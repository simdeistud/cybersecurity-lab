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69" r:id="rId3"/>
    <p:sldId id="270" r:id="rId4"/>
    <p:sldId id="271" r:id="rId5"/>
    <p:sldId id="272" r:id="rId6"/>
    <p:sldId id="273" r:id="rId7"/>
    <p:sldId id="274" r:id="rId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6477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5B5854"/>
        </a:solidFill>
        <a:effectLst/>
        <a:uFillTx/>
        <a:latin typeface="Avenir LT Std 85 Heavy"/>
        <a:ea typeface="Avenir LT Std 85 Heavy"/>
        <a:cs typeface="Avenir LT Std 85 Heavy"/>
        <a:sym typeface="Avenir LT Std 85 Heavy"/>
      </a:defRPr>
    </a:lvl1pPr>
    <a:lvl2pPr marL="0" marR="0" indent="0" algn="ctr" defTabSz="6477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5B5854"/>
        </a:solidFill>
        <a:effectLst/>
        <a:uFillTx/>
        <a:latin typeface="Avenir LT Std 85 Heavy"/>
        <a:ea typeface="Avenir LT Std 85 Heavy"/>
        <a:cs typeface="Avenir LT Std 85 Heavy"/>
        <a:sym typeface="Avenir LT Std 85 Heavy"/>
      </a:defRPr>
    </a:lvl2pPr>
    <a:lvl3pPr marL="0" marR="0" indent="0" algn="ctr" defTabSz="6477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5B5854"/>
        </a:solidFill>
        <a:effectLst/>
        <a:uFillTx/>
        <a:latin typeface="Avenir LT Std 85 Heavy"/>
        <a:ea typeface="Avenir LT Std 85 Heavy"/>
        <a:cs typeface="Avenir LT Std 85 Heavy"/>
        <a:sym typeface="Avenir LT Std 85 Heavy"/>
      </a:defRPr>
    </a:lvl3pPr>
    <a:lvl4pPr marL="0" marR="0" indent="0" algn="ctr" defTabSz="6477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5B5854"/>
        </a:solidFill>
        <a:effectLst/>
        <a:uFillTx/>
        <a:latin typeface="Avenir LT Std 85 Heavy"/>
        <a:ea typeface="Avenir LT Std 85 Heavy"/>
        <a:cs typeface="Avenir LT Std 85 Heavy"/>
        <a:sym typeface="Avenir LT Std 85 Heavy"/>
      </a:defRPr>
    </a:lvl4pPr>
    <a:lvl5pPr marL="0" marR="0" indent="0" algn="ctr" defTabSz="6477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5B5854"/>
        </a:solidFill>
        <a:effectLst/>
        <a:uFillTx/>
        <a:latin typeface="Avenir LT Std 85 Heavy"/>
        <a:ea typeface="Avenir LT Std 85 Heavy"/>
        <a:cs typeface="Avenir LT Std 85 Heavy"/>
        <a:sym typeface="Avenir LT Std 85 Heavy"/>
      </a:defRPr>
    </a:lvl5pPr>
    <a:lvl6pPr marL="0" marR="0" indent="0" algn="ctr" defTabSz="6477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5B5854"/>
        </a:solidFill>
        <a:effectLst/>
        <a:uFillTx/>
        <a:latin typeface="Avenir LT Std 85 Heavy"/>
        <a:ea typeface="Avenir LT Std 85 Heavy"/>
        <a:cs typeface="Avenir LT Std 85 Heavy"/>
        <a:sym typeface="Avenir LT Std 85 Heavy"/>
      </a:defRPr>
    </a:lvl6pPr>
    <a:lvl7pPr marL="0" marR="0" indent="0" algn="ctr" defTabSz="6477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5B5854"/>
        </a:solidFill>
        <a:effectLst/>
        <a:uFillTx/>
        <a:latin typeface="Avenir LT Std 85 Heavy"/>
        <a:ea typeface="Avenir LT Std 85 Heavy"/>
        <a:cs typeface="Avenir LT Std 85 Heavy"/>
        <a:sym typeface="Avenir LT Std 85 Heavy"/>
      </a:defRPr>
    </a:lvl7pPr>
    <a:lvl8pPr marL="0" marR="0" indent="0" algn="ctr" defTabSz="6477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5B5854"/>
        </a:solidFill>
        <a:effectLst/>
        <a:uFillTx/>
        <a:latin typeface="Avenir LT Std 85 Heavy"/>
        <a:ea typeface="Avenir LT Std 85 Heavy"/>
        <a:cs typeface="Avenir LT Std 85 Heavy"/>
        <a:sym typeface="Avenir LT Std 85 Heavy"/>
      </a:defRPr>
    </a:lvl8pPr>
    <a:lvl9pPr marL="0" marR="0" indent="0" algn="ctr" defTabSz="6477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500" b="0" i="0" u="none" strike="noStrike" cap="none" spc="0" normalizeH="0" baseline="0">
        <a:ln>
          <a:noFill/>
        </a:ln>
        <a:solidFill>
          <a:srgbClr val="5B5854"/>
        </a:solidFill>
        <a:effectLst/>
        <a:uFillTx/>
        <a:latin typeface="Avenir LT Std 85 Heavy"/>
        <a:ea typeface="Avenir LT Std 85 Heavy"/>
        <a:cs typeface="Avenir LT Std 85 Heavy"/>
        <a:sym typeface="Avenir LT Std 85 Heavy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1216" userDrawn="1">
          <p15:clr>
            <a:srgbClr val="A4A3A4"/>
          </p15:clr>
        </p15:guide>
        <p15:guide id="3" pos="2441" userDrawn="1">
          <p15:clr>
            <a:srgbClr val="A4A3A4"/>
          </p15:clr>
        </p15:guide>
        <p15:guide id="4" orient="horz" pos="8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55E"/>
    <a:srgbClr val="1F29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n" i="off">
        <a:font>
          <a:latin typeface="Avenir LT Std 85 Heavy"/>
          <a:ea typeface="Avenir LT Std 85 Heavy"/>
          <a:cs typeface="Avenir LT Std 85 Heavy"/>
        </a:font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round/>
            </a:ln>
          </a:left>
          <a:right>
            <a:ln w="12700" cap="flat">
              <a:solidFill>
                <a:srgbClr val="5B5854"/>
              </a:solidFill>
              <a:prstDash val="solid"/>
              <a:round/>
            </a:ln>
          </a:right>
          <a:top>
            <a:ln w="12700" cap="flat">
              <a:solidFill>
                <a:srgbClr val="5B5854"/>
              </a:solidFill>
              <a:prstDash val="solid"/>
              <a:round/>
            </a:ln>
          </a:top>
          <a:bottom>
            <a:ln w="12700" cap="flat">
              <a:solidFill>
                <a:srgbClr val="5B5854"/>
              </a:solidFill>
              <a:prstDash val="solid"/>
              <a:round/>
            </a:ln>
          </a:bottom>
          <a:insideH>
            <a:ln w="12700" cap="flat">
              <a:solidFill>
                <a:srgbClr val="5B5854"/>
              </a:solidFill>
              <a:prstDash val="solid"/>
              <a:round/>
            </a:ln>
          </a:insideH>
          <a:insideV>
            <a:ln w="12700" cap="flat">
              <a:solidFill>
                <a:srgbClr val="5B5854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venir LT Std 85 Heavy"/>
          <a:ea typeface="Avenir LT Std 85 Heavy"/>
          <a:cs typeface="Avenir LT Std 85 Heavy"/>
        </a:font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round/>
            </a:ln>
          </a:left>
          <a:right>
            <a:ln w="12700" cap="flat">
              <a:solidFill>
                <a:srgbClr val="5B5854"/>
              </a:solidFill>
              <a:prstDash val="solid"/>
              <a:round/>
            </a:ln>
          </a:right>
          <a:top>
            <a:ln w="12700" cap="flat">
              <a:solidFill>
                <a:srgbClr val="5B5854"/>
              </a:solidFill>
              <a:prstDash val="solid"/>
              <a:round/>
            </a:ln>
          </a:top>
          <a:bottom>
            <a:ln w="12700" cap="flat">
              <a:solidFill>
                <a:srgbClr val="5B5854"/>
              </a:solidFill>
              <a:prstDash val="solid"/>
              <a:round/>
            </a:ln>
          </a:bottom>
          <a:insideH>
            <a:ln w="12700" cap="flat">
              <a:solidFill>
                <a:srgbClr val="5B5854"/>
              </a:solidFill>
              <a:prstDash val="solid"/>
              <a:round/>
            </a:ln>
          </a:insideH>
          <a:insideV>
            <a:ln w="12700" cap="flat">
              <a:solidFill>
                <a:srgbClr val="5B5854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n" i="off">
        <a:font>
          <a:latin typeface="Avenir LT Std 85 Heavy"/>
          <a:ea typeface="Avenir LT Std 85 Heavy"/>
          <a:cs typeface="Avenir LT Std 85 Heavy"/>
        </a:font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round/>
            </a:ln>
          </a:left>
          <a:right>
            <a:ln w="12700" cap="flat">
              <a:solidFill>
                <a:srgbClr val="5B5854"/>
              </a:solidFill>
              <a:prstDash val="solid"/>
              <a:round/>
            </a:ln>
          </a:right>
          <a:top>
            <a:ln w="12700" cap="flat">
              <a:solidFill>
                <a:srgbClr val="5B5854"/>
              </a:solidFill>
              <a:prstDash val="solid"/>
              <a:round/>
            </a:ln>
          </a:top>
          <a:bottom>
            <a:ln w="12700" cap="flat">
              <a:solidFill>
                <a:srgbClr val="5B5854"/>
              </a:solidFill>
              <a:prstDash val="solid"/>
              <a:round/>
            </a:ln>
          </a:bottom>
          <a:insideH>
            <a:ln w="12700" cap="flat">
              <a:solidFill>
                <a:srgbClr val="5B5854"/>
              </a:solidFill>
              <a:prstDash val="solid"/>
              <a:round/>
            </a:ln>
          </a:insideH>
          <a:insideV>
            <a:ln w="12700" cap="flat">
              <a:solidFill>
                <a:srgbClr val="5B5854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venir LT Std 85 Heavy"/>
          <a:ea typeface="Avenir LT Std 85 Heavy"/>
          <a:cs typeface="Avenir LT Std 85 Heavy"/>
        </a:font>
        <a:srgbClr val="5B5854"/>
      </a:tcTxStyle>
      <a:tcStyle>
        <a:tcBdr>
          <a:left>
            <a:ln w="12700" cap="flat">
              <a:solidFill>
                <a:srgbClr val="5B5854"/>
              </a:solidFill>
              <a:prstDash val="solid"/>
              <a:round/>
            </a:ln>
          </a:left>
          <a:right>
            <a:ln w="12700" cap="flat">
              <a:solidFill>
                <a:srgbClr val="5B5854"/>
              </a:solidFill>
              <a:prstDash val="solid"/>
              <a:round/>
            </a:ln>
          </a:right>
          <a:top>
            <a:ln w="12700" cap="flat">
              <a:solidFill>
                <a:srgbClr val="5B5854"/>
              </a:solidFill>
              <a:prstDash val="solid"/>
              <a:round/>
            </a:ln>
          </a:top>
          <a:bottom>
            <a:ln w="12700" cap="flat">
              <a:solidFill>
                <a:srgbClr val="5B5854"/>
              </a:solidFill>
              <a:prstDash val="solid"/>
              <a:round/>
            </a:ln>
          </a:bottom>
          <a:insideH>
            <a:ln w="12700" cap="flat">
              <a:solidFill>
                <a:srgbClr val="5B5854"/>
              </a:solidFill>
              <a:prstDash val="solid"/>
              <a:round/>
            </a:ln>
          </a:insideH>
          <a:insideV>
            <a:ln w="12700" cap="flat">
              <a:solidFill>
                <a:srgbClr val="5B5854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n" i="off">
        <a:font>
          <a:latin typeface="Avenir LT Std 85 Heavy"/>
          <a:ea typeface="Avenir LT Std 85 Heavy"/>
          <a:cs typeface="Avenir LT Std 85 Heavy"/>
        </a:font>
        <a:srgbClr val="5B5854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12700" cap="flat">
              <a:solidFill>
                <a:srgbClr val="072B5B"/>
              </a:solidFill>
              <a:prstDash val="solid"/>
              <a:round/>
            </a:ln>
          </a:top>
          <a:bottom>
            <a:ln w="127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rgbClr val="D4DAE0"/>
          </a:solidFill>
        </a:fill>
      </a:tcStyle>
    </a:wholeTbl>
    <a:band2H>
      <a:tcTxStyle/>
      <a:tcStyle>
        <a:tcBdr/>
        <a:fill>
          <a:solidFill>
            <a:srgbClr val="EBEDF0"/>
          </a:solidFill>
        </a:fill>
      </a:tcStyle>
    </a:band2H>
    <a:firstCol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12700" cap="flat">
              <a:solidFill>
                <a:srgbClr val="072B5B"/>
              </a:solidFill>
              <a:prstDash val="solid"/>
              <a:round/>
            </a:ln>
          </a:top>
          <a:bottom>
            <a:ln w="127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38100" cap="flat">
              <a:solidFill>
                <a:srgbClr val="072B5B"/>
              </a:solidFill>
              <a:prstDash val="solid"/>
              <a:round/>
            </a:ln>
          </a:top>
          <a:bottom>
            <a:ln w="127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12700" cap="flat">
              <a:solidFill>
                <a:srgbClr val="072B5B"/>
              </a:solidFill>
              <a:prstDash val="solid"/>
              <a:round/>
            </a:ln>
          </a:top>
          <a:bottom>
            <a:ln w="381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n" i="off">
        <a:font>
          <a:latin typeface="Avenir LT Std 85 Heavy"/>
          <a:ea typeface="Avenir LT Std 85 Heavy"/>
          <a:cs typeface="Avenir LT Std 85 Heavy"/>
        </a:font>
        <a:srgbClr val="5B5854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12700" cap="flat">
              <a:solidFill>
                <a:srgbClr val="072B5B"/>
              </a:solidFill>
              <a:prstDash val="solid"/>
              <a:round/>
            </a:ln>
          </a:top>
          <a:bottom>
            <a:ln w="127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rgbClr val="DDE0D3"/>
          </a:solidFill>
        </a:fill>
      </a:tcStyle>
    </a:wholeTbl>
    <a:band2H>
      <a:tcTxStyle/>
      <a:tcStyle>
        <a:tcBdr/>
        <a:fill>
          <a:solidFill>
            <a:srgbClr val="EFF0EA"/>
          </a:solidFill>
        </a:fill>
      </a:tcStyle>
    </a:band2H>
    <a:firstCol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12700" cap="flat">
              <a:solidFill>
                <a:srgbClr val="072B5B"/>
              </a:solidFill>
              <a:prstDash val="solid"/>
              <a:round/>
            </a:ln>
          </a:top>
          <a:bottom>
            <a:ln w="127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38100" cap="flat">
              <a:solidFill>
                <a:srgbClr val="072B5B"/>
              </a:solidFill>
              <a:prstDash val="solid"/>
              <a:round/>
            </a:ln>
          </a:top>
          <a:bottom>
            <a:ln w="127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12700" cap="flat">
              <a:solidFill>
                <a:srgbClr val="072B5B"/>
              </a:solidFill>
              <a:prstDash val="solid"/>
              <a:round/>
            </a:ln>
          </a:top>
          <a:bottom>
            <a:ln w="381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n" i="off">
        <a:font>
          <a:latin typeface="Avenir LT Std 85 Heavy"/>
          <a:ea typeface="Avenir LT Std 85 Heavy"/>
          <a:cs typeface="Avenir LT Std 85 Heavy"/>
        </a:font>
        <a:srgbClr val="5B5854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12700" cap="flat">
              <a:solidFill>
                <a:srgbClr val="072B5B"/>
              </a:solidFill>
              <a:prstDash val="solid"/>
              <a:round/>
            </a:ln>
          </a:top>
          <a:bottom>
            <a:ln w="127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rgbClr val="D8D6DD"/>
          </a:solidFill>
        </a:fill>
      </a:tcStyle>
    </a:wholeTbl>
    <a:band2H>
      <a:tcTxStyle/>
      <a:tcStyle>
        <a:tcBdr/>
        <a:fill>
          <a:solidFill>
            <a:srgbClr val="ECECEF"/>
          </a:solidFill>
        </a:fill>
      </a:tcStyle>
    </a:band2H>
    <a:firstCol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12700" cap="flat">
              <a:solidFill>
                <a:srgbClr val="072B5B"/>
              </a:solidFill>
              <a:prstDash val="solid"/>
              <a:round/>
            </a:ln>
          </a:top>
          <a:bottom>
            <a:ln w="127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38100" cap="flat">
              <a:solidFill>
                <a:srgbClr val="072B5B"/>
              </a:solidFill>
              <a:prstDash val="solid"/>
              <a:round/>
            </a:ln>
          </a:top>
          <a:bottom>
            <a:ln w="127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12700" cap="flat">
              <a:solidFill>
                <a:srgbClr val="072B5B"/>
              </a:solidFill>
              <a:prstDash val="solid"/>
              <a:round/>
            </a:ln>
          </a:top>
          <a:bottom>
            <a:ln w="381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n" i="off">
        <a:font>
          <a:latin typeface="Avenir LT Std 85 Heavy"/>
          <a:ea typeface="Avenir LT Std 85 Heavy"/>
          <a:cs typeface="Avenir LT Std 85 Heavy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9E9E9"/>
          </a:solidFill>
        </a:fill>
      </a:tcStyle>
    </a:wholeTbl>
    <a:band2H>
      <a:tcTxStyle/>
      <a:tcStyle>
        <a:tcBdr/>
        <a:fill>
          <a:solidFill>
            <a:srgbClr val="072B5B"/>
          </a:solidFill>
        </a:fill>
      </a:tcStyle>
    </a:band2H>
    <a:firstCol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venirLTStd-Heavy"/>
          <a:ea typeface="AvenirLTStd-Heavy"/>
          <a:cs typeface="AvenirLTStd-Heavy"/>
        </a:font>
        <a:srgbClr val="5B5854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5B5854"/>
              </a:solidFill>
              <a:prstDash val="solid"/>
              <a:round/>
            </a:ln>
          </a:top>
          <a:bottom>
            <a:ln w="25400" cap="flat">
              <a:solidFill>
                <a:srgbClr val="5B585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72B5B"/>
          </a:solidFill>
        </a:fill>
      </a:tcStyle>
    </a:lastRow>
    <a:firstRow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5B5854"/>
              </a:solidFill>
              <a:prstDash val="solid"/>
              <a:round/>
            </a:ln>
          </a:top>
          <a:bottom>
            <a:ln w="25400" cap="flat">
              <a:solidFill>
                <a:srgbClr val="5B5854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n" i="off">
        <a:font>
          <a:latin typeface="Avenir LT Std 85 Heavy"/>
          <a:ea typeface="Avenir LT Std 85 Heavy"/>
          <a:cs typeface="Avenir LT Std 85 Heavy"/>
        </a:font>
        <a:srgbClr val="5B5854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12700" cap="flat">
              <a:solidFill>
                <a:srgbClr val="072B5B"/>
              </a:solidFill>
              <a:prstDash val="solid"/>
              <a:round/>
            </a:ln>
          </a:top>
          <a:bottom>
            <a:ln w="127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rgbClr val="D0D0CF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12700" cap="flat">
              <a:solidFill>
                <a:srgbClr val="072B5B"/>
              </a:solidFill>
              <a:prstDash val="solid"/>
              <a:round/>
            </a:ln>
          </a:top>
          <a:bottom>
            <a:ln w="127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rgbClr val="5B5854"/>
          </a:solidFill>
        </a:fill>
      </a:tcStyle>
    </a:firstCol>
    <a:lastRow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38100" cap="flat">
              <a:solidFill>
                <a:srgbClr val="072B5B"/>
              </a:solidFill>
              <a:prstDash val="solid"/>
              <a:round/>
            </a:ln>
          </a:top>
          <a:bottom>
            <a:ln w="127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rgbClr val="5B5854"/>
          </a:solidFill>
        </a:fill>
      </a:tcStyle>
    </a:lastRow>
    <a:firstRow>
      <a:tcTxStyle b="on" i="off">
        <a:font>
          <a:latin typeface="AvenirLTStd-Heavy"/>
          <a:ea typeface="AvenirLTStd-Heavy"/>
          <a:cs typeface="AvenirLTStd-Heavy"/>
        </a:font>
        <a:srgbClr val="072B5B"/>
      </a:tcTxStyle>
      <a:tcStyle>
        <a:tcBdr>
          <a:left>
            <a:ln w="12700" cap="flat">
              <a:solidFill>
                <a:srgbClr val="072B5B"/>
              </a:solidFill>
              <a:prstDash val="solid"/>
              <a:round/>
            </a:ln>
          </a:left>
          <a:right>
            <a:ln w="12700" cap="flat">
              <a:solidFill>
                <a:srgbClr val="072B5B"/>
              </a:solidFill>
              <a:prstDash val="solid"/>
              <a:round/>
            </a:ln>
          </a:right>
          <a:top>
            <a:ln w="12700" cap="flat">
              <a:solidFill>
                <a:srgbClr val="072B5B"/>
              </a:solidFill>
              <a:prstDash val="solid"/>
              <a:round/>
            </a:ln>
          </a:top>
          <a:bottom>
            <a:ln w="38100" cap="flat">
              <a:solidFill>
                <a:srgbClr val="072B5B"/>
              </a:solidFill>
              <a:prstDash val="solid"/>
              <a:round/>
            </a:ln>
          </a:bottom>
          <a:insideH>
            <a:ln w="12700" cap="flat">
              <a:solidFill>
                <a:srgbClr val="072B5B"/>
              </a:solidFill>
              <a:prstDash val="solid"/>
              <a:round/>
            </a:ln>
          </a:insideH>
          <a:insideV>
            <a:ln w="12700" cap="flat">
              <a:solidFill>
                <a:srgbClr val="072B5B"/>
              </a:solidFill>
              <a:prstDash val="solid"/>
              <a:round/>
            </a:ln>
          </a:insideV>
        </a:tcBdr>
        <a:fill>
          <a:solidFill>
            <a:srgbClr val="5B585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27"/>
    <p:restoredTop sz="94694"/>
  </p:normalViewPr>
  <p:slideViewPr>
    <p:cSldViewPr snapToGrid="0" snapToObjects="1" showGuides="1">
      <p:cViewPr>
        <p:scale>
          <a:sx n="45" d="100"/>
          <a:sy n="45" d="100"/>
        </p:scale>
        <p:origin x="27" y="195"/>
      </p:cViewPr>
      <p:guideLst>
        <p:guide orient="horz" pos="4320"/>
        <p:guide pos="1216"/>
        <p:guide pos="2441"/>
        <p:guide orient="horz" pos="8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05:03.7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6172 1258 1376 0 0,'-4'0'107'0'0,"-14"-2"-86"0"0,16 1 202 0 0,0 0 0 0 0,0 0-1 0 0,0 0 1 0 0,0 0 0 0 0,1-1 0 0 0,-1 1 0 0 0,1-1 0 0 0,-1 0-1 0 0,1 1 1 0 0,-1-1 0 0 0,1 0 0 0 0,0 0 0 0 0,0 0-1 0 0,-2-2 1 0 0,-1-3 36 0 0,-14-19 1468 0 0,9 10-1126 0 0,0 2 0 0 0,-2-1 0 0 0,1 2-1 0 0,-2-1 1 0 0,-20-18 0 0 0,9 12-280 0 0,19 16-239 0 0,0 0 0 0 0,0 0 1 0 0,-1 0-1 0 0,0 1 0 0 0,1-1 0 0 0,-1 1 0 0 0,-8-3 1 0 0,-64-16 746 0 0,13 4-73 0 0,48 12-545 0 0,8 3-91 0 0,1 0 1 0 0,-1 1-1 0 0,1 0 0 0 0,-1 1 1 0 0,-11-2-1 0 0,-85 1 890 0 0,-83-6 418 0 0,80 5-937 0 0,-37 1 151 0 0,-406 2 1108 0 0,190-7-446 0 0,169 5-705 0 0,-176-6 297 0 0,297 8-771 0 0,-281 9 375 0 0,175-1-384 0 0,25-3-88 0 0,-173 26-28 0 0,136-10 0 0 0,132-19 0 0 0,-60 11 0 0 0,85-7 0 0 0,0 1 0 0 0,1 2 0 0 0,-45 18 0 0 0,57-19 1 0 0,-224 86-86 0 0,122-61 1 0 0,-38 11-17 0 0,-25 22 37 0 0,-35 21-12 0 0,194-76 77 0 0,-222 119-62 0 0,227-119 58 0 0,-50 28 3 0 0,25-16 0 0 0,2 2 0 0 0,-52 40 0 0 0,52-28-8 0 0,-28 21-57 0 0,-8-1 27 0 0,-98 80-49 0 0,155-118 73 0 0,2 1 0 0 0,0 0-1 0 0,1 2 1 0 0,1 0-1 0 0,1 1 1 0 0,-14 27 0 0 0,-13 54-37 0 0,25-56 36 0 0,-2 9-38 0 0,3 2 0 0 0,2-1-1 0 0,-8 70 1 0 0,18-97 29 0 0,2 0-1 0 0,1-1 1 0 0,2 1-1 0 0,1 0 1 0 0,1 0 0 0 0,2 0-1 0 0,1 0 1 0 0,1-1-1 0 0,12 35 1 0 0,24 47-40 0 0,-36-90 52 0 0,1 0-1 0 0,1 0 1 0 0,2-1-1 0 0,0 0 1 0 0,19 30-1 0 0,0-11 10 0 0,31 47-47 0 0,-22-20 39 0 0,54 84 11 0 0,14-12 0 0 0,10-6-16 0 0,-73-87-21 0 0,120 112 16 0 0,-111-116 1 0 0,2-2 0 0 0,77 42 0 0 0,-115-72 16 0 0,193 97-50 0 0,-170-89 54 0 0,229 94 0 0 0,-265-112 0 0 0,175 60-10 0 0,-80-29-33 0 0,14 3 37 0 0,154 26 0 0 0,116-12 7 0 0,20-39-1 0 0,-273-10 0 0 0,272 1 0 0 0,-34-9 0 0 0,-128 1 0 0 0,27-7 0 0 0,-83 3 0 0 0,327-20 0 0 0,4 4 0 0 0,0 21 0 0 0,717 57-10 0 0,-1096-42-22 0 0,128 9 10 0 0,-107-4 22 0 0,241 26 0 0 0,227 21 0 0 0,116 15 0 0 0,-322-31 0 0 0,-224-30-4 0 0,233 12 53 0 0,1-31-30 0 0,32-39-19 0 0,-253 23 0 0 0,81-12 2 0 0,82-8 50 0 0,-133 21-43 0 0,623-34-8 0 0,7 30-1 0 0,-480 5 47 0 0,-150 6-19 0 0,1247-145 161 0 0,-539-12-103 0 0,-865 153-43 0 0,363-71 276 0 0,279-75-617 0 0,-303 33 475 0 0,-382 117-157 0 0,36-12 127 0 0,-2-5 0 0 0,118-65 0 0 0,-136 62-89 0 0,0-2 0 0 0,-3-3 0 0 0,82-78 0 0 0,-101 85-30 0 0,-1 0-1 0 0,-2-2 1 0 0,-1-2-1 0 0,41-68 1 0 0,-61 89-24 0 0,27-57 7 0 0,-30 62-3 0 0,0-1 0 0 0,-2 0 0 0 0,1 0 0 0 0,-1 0 0 0 0,1-15 1 0 0,-2 6-1 0 0,-2 0 0 0 0,0 1 0 0 0,0-1 0 0 0,-2 1 0 0 0,-7-27 0 0 0,6 31 5 0 0,-1-1-1 0 0,0 1 1 0 0,-1 1 0 0 0,-1-1-1 0 0,0 1 1 0 0,0 0-1 0 0,-12-13 1 0 0,0 1 52 0 0,-2 1 0 0 0,-1 1-1 0 0,0 1 1 0 0,-46-34 0 0 0,-101-46 219 0 0,-22-16-135 0 0,-121-88 59 0 0,218 154-103 0 0,-104-41-1 0 0,150 72-67 0 0,-213-83 189 0 0,-53 6 13 0 0,-481-133 270 0 0,618 184-490 0 0,-198-48 65 0 0,-190-47-31 0 0,188 44 54 0 0,-251-96 162 0 0,478 143-147 0 0,-425-110 354 0 0,354 104-444 0 0,-292-58-179 0 0,-6 28 123 0 0,-624-33 341 0 0,857 106-244 0 0,-616-19 62 0 0,-234-26 132 0 0,951 44-245 0 0,-496-59 73 0 0,504 46-95 0 0,-428-70 0 0 0,387 62 0 0 0,-133-26 0 0 0,245 40 2 0 0,-313-62 34 0 0,1 33-10 0 0,-126 43 38 0 0,491 10-62 0 0,-298 22-64 0 0,-172 69-16 0 0,4 35-1536 0 0,307-68-4520 0 0,-12 7-2075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05:08.8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22 2760 0 0,'3'0'393'0'0,"87"0"6148"0"0,-85 0-6109 0 0,28 0 168 0 0,-30 0-334 0 0,1 1-18 0 0,32 12 86 0 0,-28-11-188 0 0,180-2 208 0 0,-41 0 892 0 0,-65 6-590 0 0,-56-6-358 0 0,5 1-97 0 0,0-2 0 0 0,0-1 0 0 0,-1-1 0 0 0,31-7 1 0 0,-43 6-201 0 0,-1 2 0 0 0,1 0 1 0 0,18 0-1 0 0,9 0 47 0 0,-6-2-13 0 0,15-2 27 0 0,0 3-1 0 0,68 4 1 0 0,-84 1 90 0 0,43-5 0 0 0,0-1 63 0 0,545 4 1128 0 0,-481 6-1071 0 0,-112-6-242 0 0,11 0 17 0 0,80 8-1 0 0,-106-6-37 0 0,0-1-1 0 0,0 0 0 0 0,0-2 1 0 0,1 0-1 0 0,19-4 1 0 0,-17 2-7 0 0,-12 3-1 0 0,-1 0-1 0 0,1 0 0 0 0,0 1 0 0 0,8 1 1 0 0,-9 0 9 0 0,1-1 0 0 0,0 0 1 0 0,0-1-1 0 0,13-1 1 0 0,-1-2 4 0 0,0 0 0 0 0,0 2 0 0 0,0 0 0 0 0,30 3-1 0 0,-33 1-12 0 0,-6-1 32 0 0,23 1 0 0 0,-2-2 80 0 0,0 1 1 0 0,-1 2 0 0 0,40 10-1 0 0,-20-5 16 0 0,-37-7-88 0 0,0 0 0 0 0,27 9 0 0 0,-26-5-3 0 0,-10-3-29 0 0,0-1-1 0 0,0 0 1 0 0,0 0-1 0 0,1 0 1 0 0,6 0-1 0 0,7 1 7 0 0,-1 0 0 0 0,0 1 0 0 0,0 1 0 0 0,24 11 0 0 0,-26-11-4 0 0,1-1 0 0 0,32 5 0 0 0,-1-1 16 0 0,-21-2-28 0 0,-12-2 0 0 0,-1-1 0 0 0,18 2 0 0 0,19-5 0 0 0,-32-1 0 0 0,35 4 0 0 0,-18 2 0 0 0,41-2 0 0 0,-55-3 1 0 0,-7 0 2 0 0,0 0-1 0 0,0 1 1 0 0,26 5-1 0 0,-16-2 26 0 0,40 1 0 0 0,9 1 36 0 0,-49-3-27 0 0,34-1 1 0 0,13 1-20 0 0,-52-1-18 0 0,-10 0 0 0 0,-1-1 0 0 0,1 0 0 0 0,-1 0 0 0 0,11-2 0 0 0,0-2 1 0 0,-13 1 9 0 0,1 1 1 0 0,-1 0 0 0 0,1 1-1 0 0,15 1 1 0 0,-7 1-3 0 0,-6 0-7 0 0,0-1-1 0 0,0 0 1 0 0,21-1-1 0 0,8-5 22 0 0,0 3-1 0 0,58 3 0 0 0,-71 1-21 0 0,-6 1 0 0 0,0-2 0 0 0,25-1 0 0 0,298-36 0 0 0,-166 20 0 0 0,-90 7 43 0 0,0 4 0 0 0,125 9-1 0 0,-99-1-42 0 0,51 4 0 0 0,-123-4 0 0 0,59-4 0 0 0,5 1 0 0 0,147 13 0 0 0,-124-12 129 0 0,-12 0 134 0 0,-47 2-141 0 0,96 8-161 0 0,-2 1 27 0 0,-18-2 24 0 0,-54-3 37 0 0,10 1-45 0 0,100 14 7 0 0,-9-6 42 0 0,-102-10-53 0 0,11 1 0 0 0,-32 3 1 0 0,98 10 9 0 0,-137-19 11 0 0,66 6 11 0 0,-60-3-32 0 0,-1-2 0 0 0,38-1 0 0 0,238-9 64 0 0,-19 2 14 0 0,-273 6-57 0 0,157 7 78 0 0,-1 5 53 0 0,-18-1-16 0 0,-98-5-84 0 0,102-4 0 0 0,-1 0 29 0 0,5 0-21 0 0,-12-6 6 0 0,80-5 49 0 0,-200 7-85 0 0,2-1-5 0 0,45 2 0 0 0,-42 4 12 0 0,57 2 70 0 0,126 7 41 0 0,-80-1-56 0 0,-23-2-2 0 0,63 2 7 0 0,49-18 0 0 0,10-1-66 0 0,-83 9 24 0 0,211-3 34 0 0,-105-14 98 0 0,-122 7-228 0 0,51-2-113 0 0,-130 10 146 0 0,264 10 5 0 0,-13 2 3 0 0,0-23 0 0 0,11-14 8 0 0,-219 16 48 0 0,-79 8-38 0 0,376-28 66 0 0,-289 24-171 0 0,48-2 40 0 0,39 17 47 0 0,-84-1 0 0 0,44 7 0 0 0,-119-9 0 0 0,100 23 60 0 0,-41-7 18 0 0,78 16-130 0 0,-53-10 39 0 0,-83-20 12 0 0,230 30 1 0 0,-191-36 0 0 0,-44-3 0 0 0,-24 1 0 0 0,0-2 0 0 0,0 1 0 0 0,14-5 0 0 0,-4 1 0 0 0,-17 4 0 0 0,0-1 0 0 0,1 0 0 0 0,-1 0 0 0 0,12-6 0 0 0,14-5-12 0 0,-30 12-128 0 0,-5-2-348 0 0,-8-10-148 0 0,-12-3-32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05:11.22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4 203 4608 0 0,'-4'1'10528'0'0,"19"4"-10542"0"0,1 0 1 0 0,0-2 0 0 0,0 0-1 0 0,0 0 1 0 0,0-2 0 0 0,19 0-1 0 0,-22 0 11 0 0,1 0-1 0 0,21 5 1 0 0,-23-3-1 0 0,0-1 0 0 0,20 1 0 0 0,-15-3-28 0 0,2-1 38 0 0,-1 2 0 0 0,1 0 1 0 0,34 7-1 0 0,-17-3 20 0 0,0-1 0 0 0,0-1 0 0 0,37-2 0 0 0,-60-1-25 0 0,94-5 337 0 0,125-21 0 0 0,-126 12-134 0 0,-41 4-11 0 0,105-32-1 0 0,-93 20-89 0 0,91-15 80 0 0,-124 28-155 0 0,60-4 0 0 0,-32 4-2 0 0,-44 5-19 0 0,27-4 22 0 0,83-2-1 0 0,-138 10-28 0 0,199-7 0 0 0,-8 0-7 0 0,5-1 106 0 0,66-14 268 0 0,27 13 297 0 0,-207 9-531 0 0,0 5-38 0 0,-48-3-54 0 0,49-1 1 0 0,-51-4-29 0 0,-6 1 21 0 0,43 1 0 0 0,132 9-21 0 0,331 3 51 0 0,-473-9-64 0 0,52 6 0 0 0,140 21 75 0 0,-114-7 70 0 0,-81-12-77 0 0,36 7 54 0 0,54 9-4 0 0,23 5 82 0 0,-105-18-128 0 0,-19-4-13 0 0,114 20 10 0 0,-82-17-69 0 0,149 15 0 0 0,-139-17 0 0 0,-58-5 0 0 0,50 1 0 0 0,313-6 54 0 0,-253 8-43 0 0,-47-1 42 0 0,82 9-43 0 0,114 11 54 0 0,-158-17-53 0 0,36 6 42 0 0,-107-11 1 0 0,102-3 0 0 0,-13-2 142 0 0,-56 6-117 0 0,101 3-24 0 0,178 6-254 0 0,-109-8 261 0 0,-178-7-59 0 0,7-1 23 0 0,286 7 92 0 0,-221-8-109 0 0,-58-1 62 0 0,-50 3-44 0 0,170-7 58 0 0,-81-1-143 0 0,13 0 39 0 0,149-2 215 0 0,-90 6 5 0 0,-139 2-126 0 0,49-3 32 0 0,228-5-5 0 0,-252 11-62 0 0,64 7-27 0 0,-46 0-14 0 0,-110-8 2 0 0,179 14 52 0 0,-119-8-20 0 0,98-4 0 0 0,-80-3 71 0 0,546 1 248 0 0,-170-28-288 0 0,-244-9-61 0 0,21-1 241 0 0,-173 31-164 0 0,-14 1-79 0 0,1 2 1 0 0,-1 3-1 0 0,51 3 0 0 0,-6 6-130 0 0,41 5 54 0 0,138 43 75 0 0,-4-1 39 0 0,6-22 57 0 0,-79-26 18 0 0,-69-6-67 0 0,-48 2-65 0 0,136 7-36 0 0,-110-8 108 0 0,-15-1 44 0 0,220 18 182 0 0,-197-5-280 0 0,-43-4 0 0 0,-36-7-4 0 0,96 14 19 0 0,-98-12 3 0 0,0 2 0 0 0,35 13-1 0 0,-9 0 15 0 0,89 19 0 0 0,-131-36-30 0 0,0 1 1 0 0,0 0-1 0 0,-1 0 0 0 0,26 14 0 0 0,-31-14 16 0 0,-5-2-15 0 0,1 0-1 0 0,-1 0 1 0 0,1 0-1 0 0,0 0 1 0 0,0-1-1 0 0,0 0 1 0 0,0 0-1 0 0,0 0 1 0 0,0 0-1 0 0,0-1 1 0 0,0 1-1 0 0,0-1 1 0 0,5 0-1 0 0,-7 0 2 0 0,0 0 0 0 0,0 0 0 0 0,0 0-1 0 0,0 0 1 0 0,0 0 0 0 0,0 1 0 0 0,0-1-1 0 0,0 1 1 0 0,0 0 0 0 0,3 1 0 0 0,5 2-26 0 0,0 0-1 0 0,18 4 1 0 0,-24-7-449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7T14:05:12.87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0 262 1376 0 0,'0'0'192'0'0,"3"-3"-123"0"0,-2 0-68 0 0,1 1 0 0 0,0-1-1 0 0,-1 0 1 0 0,0 0 0 0 0,0 0-1 0 0,0 0 1 0 0,0 0 0 0 0,0-1-1 0 0,0 1 1 0 0,-1 0 0 0 0,1 0-1 0 0,-1-1 1 0 0,0-4 0 0 0,0 8-1 0 0,0-1 0 0 0,0 0 0 0 0,0 0 1 0 0,13-19 4306 0 0,-13 20-4205 0 0,1 0 0 0 0,-1-1 0 0 0,1 1 0 0 0,0 0 0 0 0,-1 0 0 0 0,1 0 0 0 0,-1-1 0 0 0,1 1 0 0 0,-1 0 0 0 0,2 0 0 0 0,19-7 518 0 0,-12 3-313 0 0,0 1-1 0 0,16-3 1 0 0,43-9 630 0 0,-1-1 353 0 0,-53 15-1165 0 0,-6 1-31 0 0,0-1-1 0 0,0 0 1 0 0,11-4 0 0 0,-6 3 37 0 0,-1-1 1 0 0,0 2-1 0 0,1-1 1 0 0,-1 2-1 0 0,1 0 1 0 0,-1 0 0 0 0,1 1-1 0 0,24 5 1 0 0,-26-4 23 0 0,0-1 1 0 0,0-1-1 0 0,15-1 0 0 0,-12 1 135 0 0,24 1-1 0 0,31 3 429 0 0,87-6 1 0 0,-38-1-236 0 0,66-6-401 0 0,492 9-144 0 0,-639 1 164 0 0,41 6 0 0 0,-50-4-40 0 0,0-1 1 0 0,-1-2-1 0 0,45-4 1 0 0,-49 2-25 0 0,262-12 321 0 0,-43-1-122 0 0,-4-1-38 0 0,94 3-43 0 0,-150 3-80 0 0,372 10 72 0 0,-362 3-113 0 0,12 1 106 0 0,-83-6-64 0 0,-28-2-26 0 0,476 4 227 0 0,-240 7-204 0 0,-277-7-58 0 0,352-5 192 0 0,-115 3 123 0 0,-159 2-158 0 0,137 10 187 0 0,-137-3-176 0 0,-20 4-41 0 0,4 0-14 0 0,-14-6-84 0 0,198 4 62 0 0,-215-8-107 0 0,290-10 0 0 0,61-29 224 0 0,-186 25-244 0 0,308-17 354 0 0,-335 27-280 0 0,76-3-11 0 0,126-8 64 0 0,88 28-65 0 0,-432-11-10 0 0,279 2-32 0 0,13 0 0 0 0,-215-4-1 0 0,26 1 56 0 0,-136 1-48 0 0,200 17 148 0 0,-68 0 93 0 0,-89-7-115 0 0,-24-2-18 0 0,22-3 68 0 0,43 7 114 0 0,-117-12-264 0 0,1-1 0 0 0,-1 2 1 0 0,1 0-1 0 0,22 11 0 0 0,-35-14-30 0 0,0-1 1 0 0,-1 1 0 0 0,1-1 0 0 0,-1 1-1 0 0,1-1 1 0 0,0 0 0 0 0,-1 1 0 0 0,1-1-1 0 0,0 0 1 0 0,-1 0 0 0 0,1 1 0 0 0,0-1-1 0 0,0 0 1 0 0,-1 0 0 0 0,1 0-1 0 0,0 0 1 0 0,1 0 0 0 0,5 1-3 0 0,15 9 61 0 0,-16-8-8 0 0,4 2-56 0 0,-7-3-107 0 0,10-17-2318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Shape 17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6" name="Shape 17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2160216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BLU edificio">
    <p:bg>
      <p:bgPr>
        <a:solidFill>
          <a:srgbClr val="1F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107665E-DE6F-D94B-835B-AE4260F1059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11" y="7642107"/>
            <a:ext cx="24419989" cy="6038946"/>
          </a:xfrm>
          <a:prstGeom prst="rect">
            <a:avLst/>
          </a:prstGeom>
        </p:spPr>
      </p:pic>
      <p:sp>
        <p:nvSpPr>
          <p:cNvPr id="18" name="Titolo Testo"/>
          <p:cNvSpPr txBox="1">
            <a:spLocks noGrp="1"/>
          </p:cNvSpPr>
          <p:nvPr>
            <p:ph type="title"/>
          </p:nvPr>
        </p:nvSpPr>
        <p:spPr>
          <a:xfrm>
            <a:off x="3810000" y="3315063"/>
            <a:ext cx="18731640" cy="3115151"/>
          </a:xfrm>
          <a:prstGeom prst="rect">
            <a:avLst/>
          </a:prstGeom>
        </p:spPr>
        <p:txBody>
          <a:bodyPr/>
          <a:lstStyle>
            <a:lvl1pPr>
              <a:defRPr sz="7700" cap="none" spc="308">
                <a:solidFill>
                  <a:srgbClr val="FFFFFF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/>
          </a:p>
        </p:txBody>
      </p:sp>
      <p:sp>
        <p:nvSpPr>
          <p:cNvPr id="20" name="Sottotitolo"/>
          <p:cNvSpPr txBox="1">
            <a:spLocks noGrp="1"/>
          </p:cNvSpPr>
          <p:nvPr>
            <p:ph type="body" sz="quarter" idx="14"/>
          </p:nvPr>
        </p:nvSpPr>
        <p:spPr>
          <a:xfrm>
            <a:off x="3822433" y="6619533"/>
            <a:ext cx="18765507" cy="53594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lvl="0" indent="0" algn="l">
              <a:buClrTx/>
              <a:buSzTx/>
              <a:buNone/>
              <a:defRPr sz="3400" cap="none" spc="300">
                <a:solidFill>
                  <a:srgbClr val="FFFFFF"/>
                </a:solidFill>
                <a:latin typeface="Avenir LT Std 55 Roman"/>
                <a:ea typeface="Avenir LT Std 55 Roman"/>
                <a:cs typeface="Avenir LT Std 55 Roman"/>
                <a:sym typeface="Avenir LT Std 55 Roman"/>
              </a:defRPr>
            </a:pPr>
            <a:r>
              <a:rPr lang="it-IT"/>
              <a:t>Fare clic per modificare gli stili del testo dello schema</a:t>
            </a:r>
          </a:p>
        </p:txBody>
      </p:sp>
      <p:pic>
        <p:nvPicPr>
          <p:cNvPr id="21" name="Immagine 1" descr="Immagin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6831" y="1201079"/>
            <a:ext cx="4686360" cy="157980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3845774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Vu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67660472-D1F0-7145-BC8C-9041D288E2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11" y="5674754"/>
            <a:ext cx="24419989" cy="6038946"/>
          </a:xfrm>
          <a:prstGeom prst="rect">
            <a:avLst/>
          </a:prstGeom>
        </p:spPr>
      </p:pic>
      <p:pic>
        <p:nvPicPr>
          <p:cNvPr id="5" name="Immagine 8" descr="Immagine 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9939381" y="12460202"/>
            <a:ext cx="3101169" cy="1045426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Linea"/>
          <p:cNvSpPr/>
          <p:nvPr userDrawn="1"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7" name="Linea"/>
          <p:cNvSpPr/>
          <p:nvPr userDrawn="1"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1B355E"/>
            </a:solidFill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859069" y="12753769"/>
            <a:ext cx="549061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cap="all" spc="48">
                <a:solidFill>
                  <a:schemeClr val="tx1"/>
                </a:solidFill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Immagin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381" y="12460885"/>
            <a:ext cx="3101169" cy="1044060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Titolo Testo"/>
          <p:cNvSpPr txBox="1">
            <a:spLocks noGrp="1"/>
          </p:cNvSpPr>
          <p:nvPr>
            <p:ph type="title"/>
          </p:nvPr>
        </p:nvSpPr>
        <p:spPr>
          <a:xfrm>
            <a:off x="1901825" y="-624791"/>
            <a:ext cx="21138724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rmAutofit/>
          </a:bodyPr>
          <a:lstStyle/>
          <a:p>
            <a:r>
              <a:rPr dirty="0" err="1"/>
              <a:t>Titolo</a:t>
            </a:r>
            <a:r>
              <a:rPr dirty="0"/>
              <a:t> </a:t>
            </a:r>
            <a:r>
              <a:rPr dirty="0" err="1"/>
              <a:t>Testo</a:t>
            </a:r>
            <a:endParaRPr dirty="0"/>
          </a:p>
        </p:txBody>
      </p:sp>
      <p:sp>
        <p:nvSpPr>
          <p:cNvPr id="11" name="Segnaposto testo 10"/>
          <p:cNvSpPr>
            <a:spLocks noGrp="1"/>
          </p:cNvSpPr>
          <p:nvPr>
            <p:ph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it-CH"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jp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28D26903-2C60-DD43-BF5A-96413FE9D46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11" y="5674754"/>
            <a:ext cx="24419989" cy="6038946"/>
          </a:xfrm>
          <a:prstGeom prst="rect">
            <a:avLst/>
          </a:prstGeom>
        </p:spPr>
      </p:pic>
      <p:pic>
        <p:nvPicPr>
          <p:cNvPr id="3" name="Immagine 8" descr="Immagin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939381" y="12460202"/>
            <a:ext cx="3101169" cy="1045426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Linea"/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5" name="Linea"/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1B355E"/>
            </a:solidFill>
            <a:miter lim="400000"/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6" name="Titolo Testo"/>
          <p:cNvSpPr txBox="1">
            <a:spLocks noGrp="1"/>
          </p:cNvSpPr>
          <p:nvPr>
            <p:ph type="title"/>
          </p:nvPr>
        </p:nvSpPr>
        <p:spPr>
          <a:xfrm>
            <a:off x="1901825" y="-624791"/>
            <a:ext cx="21138724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rmAutofit/>
          </a:bodyPr>
          <a:lstStyle/>
          <a:p>
            <a:r>
              <a:rPr dirty="0" err="1"/>
              <a:t>Titolo</a:t>
            </a:r>
            <a:r>
              <a:rPr dirty="0"/>
              <a:t> </a:t>
            </a:r>
            <a:r>
              <a:rPr dirty="0" err="1"/>
              <a:t>Testo</a:t>
            </a:r>
            <a:endParaRPr dirty="0"/>
          </a:p>
        </p:txBody>
      </p:sp>
      <p:sp>
        <p:nvSpPr>
          <p:cNvPr id="8" name="Numero diapositiva"/>
          <p:cNvSpPr txBox="1">
            <a:spLocks noGrp="1"/>
          </p:cNvSpPr>
          <p:nvPr>
            <p:ph type="sldNum" sz="quarter" idx="2"/>
          </p:nvPr>
        </p:nvSpPr>
        <p:spPr>
          <a:xfrm>
            <a:off x="1859069" y="12753769"/>
            <a:ext cx="549061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>
              <a:defRPr sz="2400" cap="all" spc="48">
                <a:solidFill>
                  <a:schemeClr val="tx1"/>
                </a:solidFill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Immagine 8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39381" y="12460885"/>
            <a:ext cx="3101169" cy="104406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Segnaposto testo 10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it-CH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2" r:id="rId2"/>
  </p:sldLayoutIdLst>
  <p:transition spd="med"/>
  <p:txStyles>
    <p:titleStyle>
      <a:lvl1pPr marL="0" marR="0" indent="0" algn="l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298" baseline="0">
          <a:ln>
            <a:noFill/>
          </a:ln>
          <a:solidFill>
            <a:srgbClr val="1D355E"/>
          </a:solidFill>
          <a:uFillTx/>
          <a:latin typeface="AvenirLTStd-Medium"/>
          <a:ea typeface="AvenirLTStd-Medium"/>
          <a:cs typeface="AvenirLTStd-Medium"/>
          <a:sym typeface="AvenirLTStd-Medium"/>
        </a:defRPr>
      </a:lvl1pPr>
      <a:lvl2pPr marL="0" marR="0" indent="0" algn="l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298" baseline="0">
          <a:ln>
            <a:noFill/>
          </a:ln>
          <a:solidFill>
            <a:srgbClr val="1D355E"/>
          </a:solidFill>
          <a:uFillTx/>
          <a:latin typeface="AvenirLTStd-Medium"/>
          <a:ea typeface="AvenirLTStd-Medium"/>
          <a:cs typeface="AvenirLTStd-Medium"/>
          <a:sym typeface="AvenirLTStd-Medium"/>
        </a:defRPr>
      </a:lvl2pPr>
      <a:lvl3pPr marL="0" marR="0" indent="0" algn="l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298" baseline="0">
          <a:ln>
            <a:noFill/>
          </a:ln>
          <a:solidFill>
            <a:srgbClr val="1D355E"/>
          </a:solidFill>
          <a:uFillTx/>
          <a:latin typeface="AvenirLTStd-Medium"/>
          <a:ea typeface="AvenirLTStd-Medium"/>
          <a:cs typeface="AvenirLTStd-Medium"/>
          <a:sym typeface="AvenirLTStd-Medium"/>
        </a:defRPr>
      </a:lvl3pPr>
      <a:lvl4pPr marL="0" marR="0" indent="0" algn="l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298" baseline="0">
          <a:ln>
            <a:noFill/>
          </a:ln>
          <a:solidFill>
            <a:srgbClr val="1D355E"/>
          </a:solidFill>
          <a:uFillTx/>
          <a:latin typeface="AvenirLTStd-Medium"/>
          <a:ea typeface="AvenirLTStd-Medium"/>
          <a:cs typeface="AvenirLTStd-Medium"/>
          <a:sym typeface="AvenirLTStd-Medium"/>
        </a:defRPr>
      </a:lvl4pPr>
      <a:lvl5pPr marL="0" marR="0" indent="0" algn="l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298" baseline="0">
          <a:ln>
            <a:noFill/>
          </a:ln>
          <a:solidFill>
            <a:srgbClr val="1D355E"/>
          </a:solidFill>
          <a:uFillTx/>
          <a:latin typeface="AvenirLTStd-Medium"/>
          <a:ea typeface="AvenirLTStd-Medium"/>
          <a:cs typeface="AvenirLTStd-Medium"/>
          <a:sym typeface="AvenirLTStd-Medium"/>
        </a:defRPr>
      </a:lvl5pPr>
      <a:lvl6pPr marL="0" marR="0" indent="0" algn="l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298" baseline="0">
          <a:ln>
            <a:noFill/>
          </a:ln>
          <a:solidFill>
            <a:srgbClr val="1D355E"/>
          </a:solidFill>
          <a:uFillTx/>
          <a:latin typeface="AvenirLTStd-Medium"/>
          <a:ea typeface="AvenirLTStd-Medium"/>
          <a:cs typeface="AvenirLTStd-Medium"/>
          <a:sym typeface="AvenirLTStd-Medium"/>
        </a:defRPr>
      </a:lvl6pPr>
      <a:lvl7pPr marL="0" marR="0" indent="0" algn="l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298" baseline="0">
          <a:ln>
            <a:noFill/>
          </a:ln>
          <a:solidFill>
            <a:srgbClr val="1D355E"/>
          </a:solidFill>
          <a:uFillTx/>
          <a:latin typeface="AvenirLTStd-Medium"/>
          <a:ea typeface="AvenirLTStd-Medium"/>
          <a:cs typeface="AvenirLTStd-Medium"/>
          <a:sym typeface="AvenirLTStd-Medium"/>
        </a:defRPr>
      </a:lvl7pPr>
      <a:lvl8pPr marL="0" marR="0" indent="0" algn="l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298" baseline="0">
          <a:ln>
            <a:noFill/>
          </a:ln>
          <a:solidFill>
            <a:srgbClr val="1D355E"/>
          </a:solidFill>
          <a:uFillTx/>
          <a:latin typeface="AvenirLTStd-Medium"/>
          <a:ea typeface="AvenirLTStd-Medium"/>
          <a:cs typeface="AvenirLTStd-Medium"/>
          <a:sym typeface="AvenirLTStd-Medium"/>
        </a:defRPr>
      </a:lvl8pPr>
      <a:lvl9pPr marL="0" marR="0" indent="0" algn="l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400" b="0" i="0" u="none" strike="noStrike" cap="all" spc="298" baseline="0">
          <a:ln>
            <a:noFill/>
          </a:ln>
          <a:solidFill>
            <a:srgbClr val="1D355E"/>
          </a:solidFill>
          <a:uFillTx/>
          <a:latin typeface="AvenirLTStd-Medium"/>
          <a:ea typeface="AvenirLTStd-Medium"/>
          <a:cs typeface="AvenirLTStd-Medium"/>
          <a:sym typeface="AvenirLTStd-Medium"/>
        </a:defRPr>
      </a:lvl9pPr>
    </p:titleStyle>
    <p:bodyStyle>
      <a:lvl1pPr marL="290284" marR="0" indent="-290284" algn="l" defTabSz="6477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000" b="0" i="0" u="none" strike="noStrike" cap="none" spc="48" baseline="0">
          <a:ln>
            <a:noFill/>
          </a:ln>
          <a:solidFill>
            <a:srgbClr val="1D355E"/>
          </a:solidFill>
          <a:uFillTx/>
          <a:latin typeface="Avenir LT Std 35 Light"/>
          <a:ea typeface="Avenir LT Std 35 Light"/>
          <a:cs typeface="Avenir LT Std 35 Light"/>
          <a:sym typeface="Avenir LT Std 35 Light"/>
        </a:defRPr>
      </a:lvl1pPr>
      <a:lvl2pPr marL="798284" marR="0" indent="-290284" algn="l" defTabSz="6477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000" b="0" i="0" u="none" strike="noStrike" cap="none" spc="48" baseline="0">
          <a:ln>
            <a:noFill/>
          </a:ln>
          <a:solidFill>
            <a:srgbClr val="1D355E"/>
          </a:solidFill>
          <a:uFillTx/>
          <a:latin typeface="Avenir LT Std 35 Light"/>
          <a:ea typeface="Avenir LT Std 35 Light"/>
          <a:cs typeface="Avenir LT Std 35 Light"/>
          <a:sym typeface="Avenir LT Std 35 Light"/>
        </a:defRPr>
      </a:lvl2pPr>
      <a:lvl3pPr marL="1306284" marR="0" indent="-290284" algn="l" defTabSz="6477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000" b="0" i="0" u="none" strike="noStrike" cap="none" spc="48" baseline="0">
          <a:ln>
            <a:noFill/>
          </a:ln>
          <a:solidFill>
            <a:srgbClr val="1D355E"/>
          </a:solidFill>
          <a:uFillTx/>
          <a:latin typeface="Avenir LT Std 35 Light"/>
          <a:ea typeface="Avenir LT Std 35 Light"/>
          <a:cs typeface="Avenir LT Std 35 Light"/>
          <a:sym typeface="Avenir LT Std 35 Light"/>
        </a:defRPr>
      </a:lvl3pPr>
      <a:lvl4pPr marL="1814284" marR="0" indent="-290284" algn="l" defTabSz="6477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000" b="0" i="0" u="none" strike="noStrike" cap="none" spc="48" baseline="0">
          <a:ln>
            <a:noFill/>
          </a:ln>
          <a:solidFill>
            <a:srgbClr val="1D355E"/>
          </a:solidFill>
          <a:uFillTx/>
          <a:latin typeface="Avenir LT Std 35 Light"/>
          <a:ea typeface="Avenir LT Std 35 Light"/>
          <a:cs typeface="Avenir LT Std 35 Light"/>
          <a:sym typeface="Avenir LT Std 35 Light"/>
        </a:defRPr>
      </a:lvl4pPr>
      <a:lvl5pPr marL="2322284" marR="0" indent="-290284" algn="l" defTabSz="6477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4000" b="0" i="0" u="none" strike="noStrike" cap="none" spc="48" baseline="0">
          <a:ln>
            <a:noFill/>
          </a:ln>
          <a:solidFill>
            <a:srgbClr val="1D355E"/>
          </a:solidFill>
          <a:uFillTx/>
          <a:latin typeface="Avenir LT Std 35 Light"/>
          <a:ea typeface="Avenir LT Std 35 Light"/>
          <a:cs typeface="Avenir LT Std 35 Light"/>
          <a:sym typeface="Avenir LT Std 35 Light"/>
        </a:defRPr>
      </a:lvl5pPr>
      <a:lvl6pPr marL="2830284" marR="0" indent="-290284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2400" b="0" i="0" u="none" strike="noStrike" cap="all" spc="48" baseline="0">
          <a:ln>
            <a:noFill/>
          </a:ln>
          <a:solidFill>
            <a:srgbClr val="1D355E"/>
          </a:solidFill>
          <a:uFillTx/>
          <a:latin typeface="Avenir LT Std 35 Light"/>
          <a:ea typeface="Avenir LT Std 35 Light"/>
          <a:cs typeface="Avenir LT Std 35 Light"/>
          <a:sym typeface="Avenir LT Std 35 Light"/>
        </a:defRPr>
      </a:lvl6pPr>
      <a:lvl7pPr marL="3338284" marR="0" indent="-290284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2400" b="0" i="0" u="none" strike="noStrike" cap="all" spc="48" baseline="0">
          <a:ln>
            <a:noFill/>
          </a:ln>
          <a:solidFill>
            <a:srgbClr val="1D355E"/>
          </a:solidFill>
          <a:uFillTx/>
          <a:latin typeface="Avenir LT Std 35 Light"/>
          <a:ea typeface="Avenir LT Std 35 Light"/>
          <a:cs typeface="Avenir LT Std 35 Light"/>
          <a:sym typeface="Avenir LT Std 35 Light"/>
        </a:defRPr>
      </a:lvl7pPr>
      <a:lvl8pPr marL="3846284" marR="0" indent="-290284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2400" b="0" i="0" u="none" strike="noStrike" cap="all" spc="48" baseline="0">
          <a:ln>
            <a:noFill/>
          </a:ln>
          <a:solidFill>
            <a:srgbClr val="1D355E"/>
          </a:solidFill>
          <a:uFillTx/>
          <a:latin typeface="Avenir LT Std 35 Light"/>
          <a:ea typeface="Avenir LT Std 35 Light"/>
          <a:cs typeface="Avenir LT Std 35 Light"/>
          <a:sym typeface="Avenir LT Std 35 Light"/>
        </a:defRPr>
      </a:lvl8pPr>
      <a:lvl9pPr marL="4354284" marR="0" indent="-290284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9A958E"/>
        </a:buClr>
        <a:buSzPct val="75000"/>
        <a:buFontTx/>
        <a:buChar char="•"/>
        <a:tabLst/>
        <a:defRPr sz="2400" b="0" i="0" u="none" strike="noStrike" cap="all" spc="48" baseline="0">
          <a:ln>
            <a:noFill/>
          </a:ln>
          <a:solidFill>
            <a:srgbClr val="1D355E"/>
          </a:solidFill>
          <a:uFillTx/>
          <a:latin typeface="Avenir LT Std 35 Light"/>
          <a:ea typeface="Avenir LT Std 35 Light"/>
          <a:cs typeface="Avenir LT Std 35 Light"/>
          <a:sym typeface="Avenir LT Std 35 Light"/>
        </a:defRPr>
      </a:lvl9pPr>
    </p:bodyStyle>
    <p:otherStyle>
      <a:lvl1pPr marL="0" marR="0" indent="0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LT Std 35 Light"/>
        </a:defRPr>
      </a:lvl1pPr>
      <a:lvl2pPr marL="0" marR="0" indent="0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LT Std 35 Light"/>
        </a:defRPr>
      </a:lvl2pPr>
      <a:lvl3pPr marL="0" marR="0" indent="0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LT Std 35 Light"/>
        </a:defRPr>
      </a:lvl3pPr>
      <a:lvl4pPr marL="0" marR="0" indent="0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LT Std 35 Light"/>
        </a:defRPr>
      </a:lvl4pPr>
      <a:lvl5pPr marL="0" marR="0" indent="0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LT Std 35 Light"/>
        </a:defRPr>
      </a:lvl5pPr>
      <a:lvl6pPr marL="0" marR="0" indent="0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LT Std 35 Light"/>
        </a:defRPr>
      </a:lvl6pPr>
      <a:lvl7pPr marL="0" marR="0" indent="0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LT Std 35 Light"/>
        </a:defRPr>
      </a:lvl7pPr>
      <a:lvl8pPr marL="0" marR="0" indent="0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LT Std 35 Light"/>
        </a:defRPr>
      </a:lvl8pPr>
      <a:lvl9pPr marL="0" marR="0" indent="0" algn="ctr" defTabSz="6477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400" b="0" i="0" u="none" strike="noStrike" cap="all" spc="48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venir LT Std 35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redis/redis/commit/50188747cbfe43528d2719399a2a3c9599169445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Trieste, 23 marzo 2021"/>
          <p:cNvSpPr txBox="1">
            <a:spLocks noGrp="1"/>
          </p:cNvSpPr>
          <p:nvPr>
            <p:ph type="body" sz="quarter" idx="4294967295"/>
          </p:nvPr>
        </p:nvSpPr>
        <p:spPr>
          <a:xfrm>
            <a:off x="17215449" y="12344400"/>
            <a:ext cx="6677891" cy="778098"/>
          </a:xfrm>
          <a:prstGeom prst="rect">
            <a:avLst/>
          </a:prstGeo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sz="3200" dirty="0">
                <a:solidFill>
                  <a:schemeClr val="bg1"/>
                </a:solidFill>
                <a:latin typeface="Avenir LT Std 55 Roman"/>
              </a:rPr>
              <a:t>Trieste, </a:t>
            </a:r>
            <a:fld id="{4F05A071-49C5-4985-A9F5-38C7A36760E8}" type="datetime4">
              <a:rPr lang="en-GB" sz="3200" smtClean="0">
                <a:solidFill>
                  <a:schemeClr val="bg1"/>
                </a:solidFill>
                <a:latin typeface="Avenir LT Std 55 Roman"/>
              </a:rPr>
              <a:pPr marL="0" indent="0" algn="r">
                <a:buNone/>
              </a:pPr>
              <a:t>27 November 2025</a:t>
            </a:fld>
            <a:endParaRPr sz="3200" dirty="0">
              <a:solidFill>
                <a:schemeClr val="bg1"/>
              </a:solidFill>
              <a:latin typeface="Avenir LT Std 55 Roman"/>
            </a:endParaRPr>
          </a:p>
        </p:txBody>
      </p:sp>
      <p:sp>
        <p:nvSpPr>
          <p:cNvPr id="179" name="Titolo della presentazione"/>
          <p:cNvSpPr txBox="1">
            <a:spLocks noGrp="1"/>
          </p:cNvSpPr>
          <p:nvPr>
            <p:ph type="title"/>
          </p:nvPr>
        </p:nvSpPr>
        <p:spPr>
          <a:xfrm>
            <a:off x="3798363" y="4973743"/>
            <a:ext cx="14734186" cy="3115151"/>
          </a:xfrm>
          <a:prstGeom prst="rect">
            <a:avLst/>
          </a:prstGeom>
        </p:spPr>
        <p:txBody>
          <a:bodyPr>
            <a:normAutofit fontScale="90000"/>
          </a:bodyPr>
          <a:lstStyle>
            <a:lvl1pPr>
              <a:defRPr spc="300"/>
            </a:lvl1pPr>
          </a:lstStyle>
          <a:p>
            <a:r>
              <a:rPr lang="en-US" dirty="0"/>
              <a:t>SAST &amp; SCA Analysis of Redis and CIE NIS Java SDK using </a:t>
            </a:r>
            <a:r>
              <a:rPr lang="en-US" dirty="0" err="1"/>
              <a:t>SonarCloud</a:t>
            </a:r>
            <a:r>
              <a:rPr lang="en-US" dirty="0"/>
              <a:t> and OWASP Dependency Check</a:t>
            </a:r>
            <a:endParaRPr dirty="0"/>
          </a:p>
        </p:txBody>
      </p:sp>
      <p:sp>
        <p:nvSpPr>
          <p:cNvPr id="180" name="Nome Cognome"/>
          <p:cNvSpPr txBox="1">
            <a:spLocks noGrp="1"/>
          </p:cNvSpPr>
          <p:nvPr>
            <p:ph type="body" sz="quarter" idx="4294967295"/>
          </p:nvPr>
        </p:nvSpPr>
        <p:spPr>
          <a:xfrm>
            <a:off x="3798363" y="10896600"/>
            <a:ext cx="10348958" cy="8128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>
            <a:noAutofit/>
          </a:bodyPr>
          <a:lstStyle>
            <a:lvl1pPr marL="0" indent="0" algn="l">
              <a:spcBef>
                <a:spcPts val="4800"/>
              </a:spcBef>
              <a:buClrTx/>
              <a:buSzTx/>
              <a:buNone/>
              <a:defRPr sz="4100" cap="none" spc="0">
                <a:solidFill>
                  <a:srgbClr val="FFFFFF"/>
                </a:solidFill>
                <a:latin typeface="Avenir Heavy"/>
                <a:ea typeface="Avenir Heavy"/>
                <a:cs typeface="Avenir Heavy"/>
                <a:sym typeface="Avenir Heavy"/>
              </a:defRPr>
            </a:lvl1pPr>
          </a:lstStyle>
          <a:p>
            <a:r>
              <a:rPr lang="en-US" sz="3600" spc="300" dirty="0">
                <a:latin typeface="Avenir LT Std 55 Roman"/>
                <a:ea typeface="Avenir LT Std 55 Roman"/>
                <a:cs typeface="Avenir LT Std 55 Roman"/>
                <a:sym typeface="Avenir LT Std 55 Roman"/>
              </a:rPr>
              <a:t>Department of Engineering and Architecture</a:t>
            </a:r>
            <a:endParaRPr sz="3600" spc="300" dirty="0">
              <a:latin typeface="Avenir LT Std 55 Roman"/>
              <a:ea typeface="Avenir LT Std 55 Roman"/>
              <a:cs typeface="Avenir LT Std 55 Roman"/>
              <a:sym typeface="Avenir LT Std 55 Roman"/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a"/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" name="Linea"/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1B355E"/>
            </a:solidFill>
            <a:miter lim="400000"/>
          </a:ln>
        </p:spPr>
        <p:txBody>
          <a:bodyPr lIns="45718" tIns="45718" rIns="45718" bIns="45718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" name="Numero diapositiva"/>
          <p:cNvSpPr txBox="1">
            <a:spLocks/>
          </p:cNvSpPr>
          <p:nvPr/>
        </p:nvSpPr>
        <p:spPr>
          <a:xfrm>
            <a:off x="1993464" y="12753769"/>
            <a:ext cx="280270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all" spc="48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  <a:lvl2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2pPr>
            <a:lvl3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3pPr>
            <a:lvl4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4pPr>
            <a:lvl5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5pPr>
            <a:lvl6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6pPr>
            <a:lvl7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7pPr>
            <a:lvl8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8pPr>
            <a:lvl9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9pPr>
          </a:lstStyle>
          <a:p>
            <a:fld id="{86CB4B4D-7CA3-9044-876B-883B54F8677D}" type="slidenum">
              <a:rPr lang="en-US" smtClean="0">
                <a:solidFill>
                  <a:schemeClr val="tx1"/>
                </a:solidFill>
              </a:rPr>
              <a:pPr/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tatureium niendit et int qui quibus, toruptat harum explacc aerovitia nissentius ex ea dolorerum qui reri apelloribus et ut fuga. Itatur rerio et…"/>
          <p:cNvSpPr txBox="1">
            <a:spLocks/>
          </p:cNvSpPr>
          <p:nvPr/>
        </p:nvSpPr>
        <p:spPr>
          <a:xfrm>
            <a:off x="872265" y="5128437"/>
            <a:ext cx="11319735" cy="6986772"/>
          </a:xfrm>
          <a:prstGeom prst="rect">
            <a:avLst/>
          </a:prstGeom>
        </p:spPr>
        <p:txBody>
          <a:bodyPr/>
          <a:lstStyle>
            <a:lvl1pPr marL="290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  <a:lvl2pPr marL="798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2pPr>
            <a:lvl3pPr marL="1306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3pPr>
            <a:lvl4pPr marL="1814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4pPr>
            <a:lvl5pPr marL="2322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5pPr>
            <a:lvl6pPr marL="2830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6pPr>
            <a:lvl7pPr marL="3338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7pPr>
            <a:lvl8pPr marL="3846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8pPr>
            <a:lvl9pPr marL="4354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9pPr>
          </a:lstStyle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5400" cap="none" spc="84" dirty="0">
                <a:latin typeface="Avenir Medium"/>
                <a:ea typeface="Avenir Medium"/>
                <a:cs typeface="Avenir Medium"/>
                <a:sym typeface="Avenir Medium"/>
              </a:rPr>
              <a:t>In-memory “database”</a:t>
            </a: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5400" cap="none" spc="84" dirty="0">
                <a:latin typeface="Avenir Medium"/>
                <a:ea typeface="Avenir Medium"/>
                <a:cs typeface="Avenir Medium"/>
                <a:sym typeface="Avenir Medium"/>
              </a:rPr>
              <a:t>World-class performance, widely used, written in C</a:t>
            </a: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5400" cap="none" spc="84" dirty="0">
                <a:latin typeface="Avenir Medium"/>
                <a:ea typeface="Avenir Medium"/>
                <a:cs typeface="Avenir Medium"/>
                <a:sym typeface="Avenir Medium"/>
              </a:rPr>
              <a:t>Created by an Italian (</a:t>
            </a:r>
            <a:r>
              <a:rPr lang="en-US" sz="5400" cap="none" spc="84" dirty="0" err="1">
                <a:latin typeface="Avenir Medium"/>
                <a:ea typeface="Avenir Medium"/>
                <a:cs typeface="Avenir Medium"/>
                <a:sym typeface="Avenir Medium"/>
              </a:rPr>
              <a:t>Antirez</a:t>
            </a:r>
            <a:r>
              <a:rPr lang="en-US" sz="5400" cap="none" spc="84" dirty="0">
                <a:latin typeface="Avenir Medium"/>
                <a:ea typeface="Avenir Medium"/>
                <a:cs typeface="Avenir Medium"/>
                <a:sym typeface="Avenir Medium"/>
              </a:rPr>
              <a:t>)</a:t>
            </a: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5400" cap="none" spc="84" dirty="0">
                <a:latin typeface="Avenir Medium"/>
                <a:ea typeface="Avenir Medium"/>
                <a:cs typeface="Avenir Medium"/>
                <a:sym typeface="Avenir Medium"/>
              </a:rPr>
              <a:t>Few dependencies:  </a:t>
            </a:r>
            <a:r>
              <a:rPr lang="en-US" sz="5400" cap="none" spc="84" dirty="0" err="1">
                <a:latin typeface="Avenir Medium"/>
                <a:ea typeface="Avenir Medium"/>
                <a:cs typeface="Avenir Medium"/>
                <a:sym typeface="Avenir Medium"/>
              </a:rPr>
              <a:t>jemalloc</a:t>
            </a:r>
            <a:r>
              <a:rPr lang="en-US" sz="5400" cap="none" spc="84" dirty="0">
                <a:latin typeface="Avenir Medium"/>
                <a:ea typeface="Avenir Medium"/>
                <a:cs typeface="Avenir Medium"/>
                <a:sym typeface="Avenir Medium"/>
              </a:rPr>
              <a:t>, </a:t>
            </a:r>
            <a:r>
              <a:rPr lang="en-US" sz="5400" cap="none" spc="84" dirty="0" err="1">
                <a:latin typeface="Avenir Medium"/>
                <a:ea typeface="Avenir Medium"/>
                <a:cs typeface="Avenir Medium"/>
                <a:sym typeface="Avenir Medium"/>
              </a:rPr>
              <a:t>lua</a:t>
            </a:r>
            <a:r>
              <a:rPr lang="en-US" sz="5400" cap="none" spc="84" dirty="0">
                <a:latin typeface="Avenir Medium"/>
                <a:ea typeface="Avenir Medium"/>
                <a:cs typeface="Avenir Medium"/>
                <a:sym typeface="Avenir Medium"/>
              </a:rPr>
              <a:t>, </a:t>
            </a:r>
            <a:r>
              <a:rPr lang="en-US" sz="5400" cap="none" spc="84" dirty="0" err="1">
                <a:latin typeface="Avenir Medium"/>
                <a:ea typeface="Avenir Medium"/>
                <a:cs typeface="Avenir Medium"/>
                <a:sym typeface="Avenir Medium"/>
              </a:rPr>
              <a:t>hiredis</a:t>
            </a:r>
            <a:r>
              <a:rPr lang="en-US" sz="5400" cap="none" spc="84" dirty="0">
                <a:latin typeface="Avenir Medium"/>
                <a:ea typeface="Avenir Medium"/>
                <a:cs typeface="Avenir Medium"/>
                <a:sym typeface="Avenir Medium"/>
              </a:rPr>
              <a:t>, </a:t>
            </a:r>
            <a:r>
              <a:rPr lang="en-US" sz="5400" cap="none" spc="84" dirty="0" err="1">
                <a:latin typeface="Avenir Medium"/>
                <a:ea typeface="Avenir Medium"/>
                <a:cs typeface="Avenir Medium"/>
                <a:sym typeface="Avenir Medium"/>
              </a:rPr>
              <a:t>linenoise</a:t>
            </a:r>
            <a:endParaRPr lang="en-US" sz="5400" cap="none" spc="84" dirty="0">
              <a:latin typeface="Avenir Medium"/>
              <a:ea typeface="Avenir Medium"/>
              <a:cs typeface="Avenir Medium"/>
              <a:sym typeface="Avenir Medium"/>
            </a:endParaRPr>
          </a:p>
        </p:txBody>
      </p:sp>
      <p:sp>
        <p:nvSpPr>
          <p:cNvPr id="13" name="Titolo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REPOS</a:t>
            </a:r>
            <a:endParaRPr lang="it-CH" dirty="0"/>
          </a:p>
        </p:txBody>
      </p:sp>
      <p:sp>
        <p:nvSpPr>
          <p:cNvPr id="7" name="Titolo 12">
            <a:extLst>
              <a:ext uri="{FF2B5EF4-FFF2-40B4-BE49-F238E27FC236}">
                <a16:creationId xmlns:a16="http://schemas.microsoft.com/office/drawing/2014/main" id="{F79FCEAA-7BAF-6D9C-2F5A-EF734DF2ADAF}"/>
              </a:ext>
            </a:extLst>
          </p:cNvPr>
          <p:cNvSpPr txBox="1">
            <a:spLocks/>
          </p:cNvSpPr>
          <p:nvPr/>
        </p:nvSpPr>
        <p:spPr>
          <a:xfrm>
            <a:off x="3654055" y="1926592"/>
            <a:ext cx="21138724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rmAutofit/>
          </a:bodyPr>
          <a:lstStyle>
            <a:lvl1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1pPr>
            <a:lvl2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2pPr>
            <a:lvl3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3pPr>
            <a:lvl4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4pPr>
            <a:lvl5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5pPr>
            <a:lvl6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6pPr>
            <a:lvl7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7pPr>
            <a:lvl8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8pPr>
            <a:lvl9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9pPr>
          </a:lstStyle>
          <a:p>
            <a:r>
              <a:rPr lang="en-US" sz="8000" dirty="0"/>
              <a:t>REDIS</a:t>
            </a:r>
            <a:endParaRPr lang="it-CH" dirty="0"/>
          </a:p>
        </p:txBody>
      </p:sp>
      <p:sp>
        <p:nvSpPr>
          <p:cNvPr id="8" name="Titolo 12">
            <a:extLst>
              <a:ext uri="{FF2B5EF4-FFF2-40B4-BE49-F238E27FC236}">
                <a16:creationId xmlns:a16="http://schemas.microsoft.com/office/drawing/2014/main" id="{DB5DAB35-EE6D-9C70-0B93-10A95A28443F}"/>
              </a:ext>
            </a:extLst>
          </p:cNvPr>
          <p:cNvSpPr txBox="1">
            <a:spLocks/>
          </p:cNvSpPr>
          <p:nvPr/>
        </p:nvSpPr>
        <p:spPr>
          <a:xfrm>
            <a:off x="14951517" y="1782366"/>
            <a:ext cx="21138724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rmAutofit/>
          </a:bodyPr>
          <a:lstStyle>
            <a:lvl1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1pPr>
            <a:lvl2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2pPr>
            <a:lvl3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3pPr>
            <a:lvl4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4pPr>
            <a:lvl5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5pPr>
            <a:lvl6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6pPr>
            <a:lvl7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7pPr>
            <a:lvl8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8pPr>
            <a:lvl9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9pPr>
          </a:lstStyle>
          <a:p>
            <a:r>
              <a:rPr lang="en-US" sz="8000" dirty="0"/>
              <a:t>CIE NSI SDK</a:t>
            </a:r>
            <a:endParaRPr lang="it-CH" sz="8000" dirty="0"/>
          </a:p>
        </p:txBody>
      </p:sp>
      <p:sp>
        <p:nvSpPr>
          <p:cNvPr id="10" name="Itatureium niendit et int qui quibus, toruptat harum explacc aerovitia nissentius ex ea dolorerum qui reri apelloribus et ut fuga. Itatur rerio et…">
            <a:extLst>
              <a:ext uri="{FF2B5EF4-FFF2-40B4-BE49-F238E27FC236}">
                <a16:creationId xmlns:a16="http://schemas.microsoft.com/office/drawing/2014/main" id="{7AC1E37F-FA69-899A-E063-E880F2608A5C}"/>
              </a:ext>
            </a:extLst>
          </p:cNvPr>
          <p:cNvSpPr txBox="1">
            <a:spLocks/>
          </p:cNvSpPr>
          <p:nvPr/>
        </p:nvSpPr>
        <p:spPr>
          <a:xfrm>
            <a:off x="12070299" y="5121348"/>
            <a:ext cx="11537129" cy="6986772"/>
          </a:xfrm>
          <a:prstGeom prst="rect">
            <a:avLst/>
          </a:prstGeom>
        </p:spPr>
        <p:txBody>
          <a:bodyPr/>
          <a:lstStyle>
            <a:lvl1pPr marL="290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  <a:lvl2pPr marL="798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2pPr>
            <a:lvl3pPr marL="1306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3pPr>
            <a:lvl4pPr marL="1814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4pPr>
            <a:lvl5pPr marL="2322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5pPr>
            <a:lvl6pPr marL="2830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6pPr>
            <a:lvl7pPr marL="3338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7pPr>
            <a:lvl8pPr marL="3846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8pPr>
            <a:lvl9pPr marL="4354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9pPr>
          </a:lstStyle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5400" cap="none" spc="84" dirty="0">
                <a:latin typeface="Avenir Medium"/>
                <a:ea typeface="Avenir Medium"/>
                <a:cs typeface="Avenir Medium"/>
                <a:sym typeface="Avenir Medium"/>
              </a:rPr>
              <a:t>SDK to check validity of NSI numbers through a shared protocol</a:t>
            </a: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5400" cap="none" spc="84" dirty="0">
                <a:latin typeface="Avenir Medium"/>
                <a:ea typeface="Avenir Medium"/>
                <a:cs typeface="Avenir Medium"/>
                <a:sym typeface="Avenir Medium"/>
              </a:rPr>
              <a:t>Written in Java</a:t>
            </a: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5400" cap="none" spc="84" dirty="0">
                <a:latin typeface="Avenir Medium"/>
                <a:ea typeface="Avenir Medium"/>
                <a:cs typeface="Avenir Medium"/>
                <a:sym typeface="Avenir Medium"/>
              </a:rPr>
              <a:t>Only one dependency: </a:t>
            </a:r>
            <a:r>
              <a:rPr lang="en-US" sz="5400" cap="none" spc="84" dirty="0" err="1">
                <a:latin typeface="Avenir Medium"/>
                <a:ea typeface="Avenir Medium"/>
                <a:cs typeface="Avenir Medium"/>
                <a:sym typeface="Avenir Medium"/>
              </a:rPr>
              <a:t>BouncyCastle</a:t>
            </a:r>
            <a:endParaRPr lang="en-US" sz="5400" cap="none" spc="84" dirty="0">
              <a:latin typeface="Avenir Medium"/>
              <a:ea typeface="Avenir Medium"/>
              <a:cs typeface="Avenir Medium"/>
              <a:sym typeface="Avenir Medium"/>
            </a:endParaRP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5400" cap="none" spc="84" dirty="0">
                <a:latin typeface="Avenir Medium"/>
                <a:ea typeface="Avenir Medium"/>
                <a:cs typeface="Avenir Medium"/>
                <a:sym typeface="Avenir Medium"/>
              </a:rPr>
              <a:t>Very critical codebase for PA operations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08FBC-AD35-771F-C5CC-FCD580273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a">
            <a:extLst>
              <a:ext uri="{FF2B5EF4-FFF2-40B4-BE49-F238E27FC236}">
                <a16:creationId xmlns:a16="http://schemas.microsoft.com/office/drawing/2014/main" id="{1B5F8A15-744C-66DD-AC87-DBC66F96BEF8}"/>
              </a:ext>
            </a:extLst>
          </p:cNvPr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" name="Linea">
            <a:extLst>
              <a:ext uri="{FF2B5EF4-FFF2-40B4-BE49-F238E27FC236}">
                <a16:creationId xmlns:a16="http://schemas.microsoft.com/office/drawing/2014/main" id="{8DCA87BD-D64F-6FBE-3B2D-A0D4552345EC}"/>
              </a:ext>
            </a:extLst>
          </p:cNvPr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1B355E"/>
            </a:solidFill>
            <a:miter lim="400000"/>
          </a:ln>
        </p:spPr>
        <p:txBody>
          <a:bodyPr lIns="45718" tIns="45718" rIns="45718" bIns="45718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" name="Numero diapositiva">
            <a:extLst>
              <a:ext uri="{FF2B5EF4-FFF2-40B4-BE49-F238E27FC236}">
                <a16:creationId xmlns:a16="http://schemas.microsoft.com/office/drawing/2014/main" id="{3FA34062-F0DE-A50E-557A-EBC1794E03E7}"/>
              </a:ext>
            </a:extLst>
          </p:cNvPr>
          <p:cNvSpPr txBox="1">
            <a:spLocks/>
          </p:cNvSpPr>
          <p:nvPr/>
        </p:nvSpPr>
        <p:spPr>
          <a:xfrm>
            <a:off x="1993464" y="12753769"/>
            <a:ext cx="280270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all" spc="48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  <a:lvl2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2pPr>
            <a:lvl3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3pPr>
            <a:lvl4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4pPr>
            <a:lvl5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5pPr>
            <a:lvl6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6pPr>
            <a:lvl7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7pPr>
            <a:lvl8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8pPr>
            <a:lvl9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9pPr>
          </a:lstStyle>
          <a:p>
            <a:fld id="{86CB4B4D-7CA3-9044-876B-883B54F8677D}" type="slidenum">
              <a:rPr lang="en-US" smtClean="0">
                <a:solidFill>
                  <a:schemeClr val="tx1"/>
                </a:solidFill>
              </a:rPr>
              <a:pPr/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olo 12">
            <a:extLst>
              <a:ext uri="{FF2B5EF4-FFF2-40B4-BE49-F238E27FC236}">
                <a16:creationId xmlns:a16="http://schemas.microsoft.com/office/drawing/2014/main" id="{220036ED-D630-885E-F9F7-ED9635040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V6 [2023] (SAST)</a:t>
            </a:r>
            <a:endParaRPr lang="it-C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CBB9EB-824E-E861-2ABC-1B193C3A60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38831" y="602530"/>
            <a:ext cx="13218922" cy="4551152"/>
          </a:xfrm>
          <a:prstGeom prst="rect">
            <a:avLst/>
          </a:prstGeom>
        </p:spPr>
      </p:pic>
      <p:sp>
        <p:nvSpPr>
          <p:cNvPr id="14" name="Itatureium niendit et int qui quibus, toruptat harum explacc aerovitia nissentius ex ea dolorerum qui reri apelloribus et ut fuga. Itatur rerio et…">
            <a:extLst>
              <a:ext uri="{FF2B5EF4-FFF2-40B4-BE49-F238E27FC236}">
                <a16:creationId xmlns:a16="http://schemas.microsoft.com/office/drawing/2014/main" id="{2CDFBA91-A8E3-E001-F260-9EFFB9C1C743}"/>
              </a:ext>
            </a:extLst>
          </p:cNvPr>
          <p:cNvSpPr txBox="1">
            <a:spLocks/>
          </p:cNvSpPr>
          <p:nvPr/>
        </p:nvSpPr>
        <p:spPr>
          <a:xfrm>
            <a:off x="1343453" y="5841737"/>
            <a:ext cx="21914300" cy="7141179"/>
          </a:xfrm>
          <a:prstGeom prst="rect">
            <a:avLst/>
          </a:prstGeom>
        </p:spPr>
        <p:txBody>
          <a:bodyPr/>
          <a:lstStyle>
            <a:lvl1pPr marL="290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  <a:lvl2pPr marL="798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2pPr>
            <a:lvl3pPr marL="1306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3pPr>
            <a:lvl4pPr marL="1814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4pPr>
            <a:lvl5pPr marL="2322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5pPr>
            <a:lvl6pPr marL="2830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6pPr>
            <a:lvl7pPr marL="3338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7pPr>
            <a:lvl8pPr marL="3846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8pPr>
            <a:lvl9pPr marL="4354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9pPr>
          </a:lstStyle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6000" cap="none" spc="84" dirty="0">
                <a:latin typeface="Avenir Medium"/>
                <a:ea typeface="Avenir Medium"/>
                <a:cs typeface="Avenir Medium"/>
                <a:sym typeface="Avenir Medium"/>
              </a:rPr>
              <a:t>Mostly maintainability issues</a:t>
            </a: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6000" cap="none" spc="84" dirty="0">
                <a:latin typeface="Avenir Medium"/>
                <a:ea typeface="Avenir Medium"/>
                <a:cs typeface="Avenir Medium"/>
                <a:sym typeface="Avenir Medium"/>
              </a:rPr>
              <a:t>Very few security issues (but very bad)</a:t>
            </a: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6000" cap="none" spc="84" dirty="0">
                <a:latin typeface="Avenir Medium"/>
                <a:ea typeface="Avenir Medium"/>
                <a:cs typeface="Avenir Medium"/>
                <a:sym typeface="Avenir Medium"/>
              </a:rPr>
              <a:t>Some reliability issues can have dangerous security implications (e.g. buffer overflows)</a:t>
            </a:r>
          </a:p>
        </p:txBody>
      </p:sp>
    </p:spTree>
    <p:extLst>
      <p:ext uri="{BB962C8B-B14F-4D97-AF65-F5344CB8AC3E}">
        <p14:creationId xmlns:p14="http://schemas.microsoft.com/office/powerpoint/2010/main" val="999882179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C9F69-C8D2-09EB-274F-06926A6F4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a">
            <a:extLst>
              <a:ext uri="{FF2B5EF4-FFF2-40B4-BE49-F238E27FC236}">
                <a16:creationId xmlns:a16="http://schemas.microsoft.com/office/drawing/2014/main" id="{13190635-19C8-C922-D8D0-D92BB43C0C6C}"/>
              </a:ext>
            </a:extLst>
          </p:cNvPr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" name="Linea">
            <a:extLst>
              <a:ext uri="{FF2B5EF4-FFF2-40B4-BE49-F238E27FC236}">
                <a16:creationId xmlns:a16="http://schemas.microsoft.com/office/drawing/2014/main" id="{9B9CEDE8-2279-2115-707D-9FD46534C3FD}"/>
              </a:ext>
            </a:extLst>
          </p:cNvPr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1B355E"/>
            </a:solidFill>
            <a:miter lim="400000"/>
          </a:ln>
        </p:spPr>
        <p:txBody>
          <a:bodyPr lIns="45718" tIns="45718" rIns="45718" bIns="45718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" name="Numero diapositiva">
            <a:extLst>
              <a:ext uri="{FF2B5EF4-FFF2-40B4-BE49-F238E27FC236}">
                <a16:creationId xmlns:a16="http://schemas.microsoft.com/office/drawing/2014/main" id="{E33C622A-28B1-86BE-4C64-C22C68B9F429}"/>
              </a:ext>
            </a:extLst>
          </p:cNvPr>
          <p:cNvSpPr txBox="1">
            <a:spLocks/>
          </p:cNvSpPr>
          <p:nvPr/>
        </p:nvSpPr>
        <p:spPr>
          <a:xfrm>
            <a:off x="1993464" y="12753769"/>
            <a:ext cx="280270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all" spc="48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  <a:lvl2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2pPr>
            <a:lvl3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3pPr>
            <a:lvl4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4pPr>
            <a:lvl5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5pPr>
            <a:lvl6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6pPr>
            <a:lvl7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7pPr>
            <a:lvl8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8pPr>
            <a:lvl9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9pPr>
          </a:lstStyle>
          <a:p>
            <a:fld id="{86CB4B4D-7CA3-9044-876B-883B54F8677D}" type="slidenum">
              <a:rPr lang="en-US" smtClean="0">
                <a:solidFill>
                  <a:schemeClr val="tx1"/>
                </a:solidFill>
              </a:rPr>
              <a:pPr/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tatureium niendit et int qui quibus, toruptat harum explacc aerovitia nissentius ex ea dolorerum qui reri apelloribus et ut fuga. Itatur rerio et…">
            <a:extLst>
              <a:ext uri="{FF2B5EF4-FFF2-40B4-BE49-F238E27FC236}">
                <a16:creationId xmlns:a16="http://schemas.microsoft.com/office/drawing/2014/main" id="{EDF8945E-AE5E-53E1-EDDD-ED88498D83CC}"/>
              </a:ext>
            </a:extLst>
          </p:cNvPr>
          <p:cNvSpPr txBox="1">
            <a:spLocks/>
          </p:cNvSpPr>
          <p:nvPr/>
        </p:nvSpPr>
        <p:spPr>
          <a:xfrm>
            <a:off x="2273734" y="2291565"/>
            <a:ext cx="9384607" cy="6986772"/>
          </a:xfrm>
          <a:prstGeom prst="rect">
            <a:avLst/>
          </a:prstGeom>
        </p:spPr>
        <p:txBody>
          <a:bodyPr/>
          <a:lstStyle>
            <a:lvl1pPr marL="290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  <a:lvl2pPr marL="798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2pPr>
            <a:lvl3pPr marL="1306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3pPr>
            <a:lvl4pPr marL="1814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4pPr>
            <a:lvl5pPr marL="2322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5pPr>
            <a:lvl6pPr marL="2830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6pPr>
            <a:lvl7pPr marL="3338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7pPr>
            <a:lvl8pPr marL="3846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8pPr>
            <a:lvl9pPr marL="4354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9pPr>
          </a:lstStyle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6000" cap="none" spc="84" dirty="0">
                <a:latin typeface="Avenir Medium"/>
                <a:ea typeface="Avenir Medium"/>
                <a:cs typeface="Avenir Medium"/>
                <a:sym typeface="Avenir Medium"/>
              </a:rPr>
              <a:t>Fixed in Redis v6.2</a:t>
            </a: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6000" cap="none" spc="84" dirty="0">
                <a:latin typeface="Avenir Medium"/>
                <a:ea typeface="Avenir Medium"/>
                <a:cs typeface="Avenir Medium"/>
                <a:sym typeface="Avenir Medium"/>
              </a:rPr>
              <a:t>Out of bounds write in the </a:t>
            </a:r>
            <a:r>
              <a:rPr lang="en-US" sz="6000" cap="none" spc="84" dirty="0" err="1">
                <a:latin typeface="Avenir Medium"/>
                <a:ea typeface="Avenir Medium"/>
                <a:cs typeface="Avenir Medium"/>
                <a:sym typeface="Avenir Medium"/>
              </a:rPr>
              <a:t>hyperloglog.c</a:t>
            </a:r>
            <a:r>
              <a:rPr lang="en-US" sz="6000" cap="none" spc="84" dirty="0">
                <a:latin typeface="Avenir Medium"/>
                <a:ea typeface="Avenir Medium"/>
                <a:cs typeface="Avenir Medium"/>
                <a:sym typeface="Avenir Medium"/>
              </a:rPr>
              <a:t> file</a:t>
            </a: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6000" cap="none" spc="84" dirty="0">
                <a:latin typeface="Avenir Medium"/>
                <a:ea typeface="Avenir Medium"/>
                <a:cs typeface="Avenir Medium"/>
                <a:sym typeface="Avenir Medium"/>
              </a:rPr>
              <a:t>Not spotted by SonarQube</a:t>
            </a:r>
          </a:p>
        </p:txBody>
      </p:sp>
      <p:sp>
        <p:nvSpPr>
          <p:cNvPr id="13" name="Titolo 12">
            <a:extLst>
              <a:ext uri="{FF2B5EF4-FFF2-40B4-BE49-F238E27FC236}">
                <a16:creationId xmlns:a16="http://schemas.microsoft.com/office/drawing/2014/main" id="{5716CA63-4745-6C8B-4903-0E677E6FA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V6 [2023] – SAMPLE CVE</a:t>
            </a:r>
            <a:endParaRPr lang="it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5E9FA8-FAF7-A054-2858-963D217E3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4283" y="2502297"/>
            <a:ext cx="11812874" cy="82749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F106CFD-B443-784C-3DE1-BD42D2165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929" y="7789035"/>
            <a:ext cx="6834049" cy="37629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673E364-2BC6-A382-639B-1E5117469B2D}"/>
              </a:ext>
            </a:extLst>
          </p:cNvPr>
          <p:cNvSpPr txBox="1"/>
          <p:nvPr/>
        </p:nvSpPr>
        <p:spPr>
          <a:xfrm>
            <a:off x="2867240" y="11680711"/>
            <a:ext cx="6621425" cy="1200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algn="l">
              <a:spcBef>
                <a:spcPts val="4800"/>
              </a:spcBef>
            </a:pPr>
            <a:r>
              <a:rPr lang="en-US" sz="3600" cap="none" spc="84" dirty="0">
                <a:latin typeface="Avenir Medium"/>
                <a:ea typeface="Avenir Medium"/>
                <a:cs typeface="Avenir Medium"/>
                <a:sym typeface="Avenir Medium"/>
                <a:hlinkClick r:id="rId4"/>
              </a:rPr>
              <a:t>Completely different LoC</a:t>
            </a:r>
            <a:r>
              <a:rPr lang="en-US" sz="3600" cap="none" spc="84" dirty="0">
                <a:latin typeface="Avenir Medium"/>
                <a:ea typeface="Avenir Medium"/>
                <a:cs typeface="Avenir Medium"/>
                <a:sym typeface="Avenir Medium"/>
              </a:rPr>
              <a:t>, marked as maintainability issues</a:t>
            </a:r>
          </a:p>
        </p:txBody>
      </p:sp>
    </p:spTree>
    <p:extLst>
      <p:ext uri="{BB962C8B-B14F-4D97-AF65-F5344CB8AC3E}">
        <p14:creationId xmlns:p14="http://schemas.microsoft.com/office/powerpoint/2010/main" val="311292108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9277-3039-364A-8745-7CF53D451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a">
            <a:extLst>
              <a:ext uri="{FF2B5EF4-FFF2-40B4-BE49-F238E27FC236}">
                <a16:creationId xmlns:a16="http://schemas.microsoft.com/office/drawing/2014/main" id="{97F4486E-4537-3420-EDEC-C475E47B33D1}"/>
              </a:ext>
            </a:extLst>
          </p:cNvPr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" name="Linea">
            <a:extLst>
              <a:ext uri="{FF2B5EF4-FFF2-40B4-BE49-F238E27FC236}">
                <a16:creationId xmlns:a16="http://schemas.microsoft.com/office/drawing/2014/main" id="{9FEDE544-C321-EDBA-9517-F809655C1265}"/>
              </a:ext>
            </a:extLst>
          </p:cNvPr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1B355E"/>
            </a:solidFill>
            <a:miter lim="400000"/>
          </a:ln>
        </p:spPr>
        <p:txBody>
          <a:bodyPr lIns="45718" tIns="45718" rIns="45718" bIns="45718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" name="Numero diapositiva">
            <a:extLst>
              <a:ext uri="{FF2B5EF4-FFF2-40B4-BE49-F238E27FC236}">
                <a16:creationId xmlns:a16="http://schemas.microsoft.com/office/drawing/2014/main" id="{A175DB41-30C6-577C-0723-83B261517F95}"/>
              </a:ext>
            </a:extLst>
          </p:cNvPr>
          <p:cNvSpPr txBox="1">
            <a:spLocks/>
          </p:cNvSpPr>
          <p:nvPr/>
        </p:nvSpPr>
        <p:spPr>
          <a:xfrm>
            <a:off x="1993464" y="12753769"/>
            <a:ext cx="280270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all" spc="48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  <a:lvl2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2pPr>
            <a:lvl3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3pPr>
            <a:lvl4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4pPr>
            <a:lvl5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5pPr>
            <a:lvl6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6pPr>
            <a:lvl7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7pPr>
            <a:lvl8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8pPr>
            <a:lvl9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9pPr>
          </a:lstStyle>
          <a:p>
            <a:fld id="{86CB4B4D-7CA3-9044-876B-883B54F8677D}" type="slidenum">
              <a:rPr lang="en-US" smtClean="0">
                <a:solidFill>
                  <a:schemeClr val="tx1"/>
                </a:solidFill>
              </a:rPr>
              <a:pPr/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tatureium niendit et int qui quibus, toruptat harum explacc aerovitia nissentius ex ea dolorerum qui reri apelloribus et ut fuga. Itatur rerio et…">
            <a:extLst>
              <a:ext uri="{FF2B5EF4-FFF2-40B4-BE49-F238E27FC236}">
                <a16:creationId xmlns:a16="http://schemas.microsoft.com/office/drawing/2014/main" id="{AB3917B1-8B51-DA7F-735A-CFCA02BCCCA3}"/>
              </a:ext>
            </a:extLst>
          </p:cNvPr>
          <p:cNvSpPr txBox="1">
            <a:spLocks/>
          </p:cNvSpPr>
          <p:nvPr/>
        </p:nvSpPr>
        <p:spPr>
          <a:xfrm>
            <a:off x="2513221" y="5766997"/>
            <a:ext cx="19613130" cy="6986772"/>
          </a:xfrm>
          <a:prstGeom prst="rect">
            <a:avLst/>
          </a:prstGeom>
        </p:spPr>
        <p:txBody>
          <a:bodyPr/>
          <a:lstStyle>
            <a:lvl1pPr marL="290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  <a:lvl2pPr marL="798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2pPr>
            <a:lvl3pPr marL="1306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3pPr>
            <a:lvl4pPr marL="1814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4pPr>
            <a:lvl5pPr marL="2322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5pPr>
            <a:lvl6pPr marL="2830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6pPr>
            <a:lvl7pPr marL="3338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7pPr>
            <a:lvl8pPr marL="3846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8pPr>
            <a:lvl9pPr marL="4354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9pPr>
          </a:lstStyle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7200" cap="none" spc="84" dirty="0">
                <a:latin typeface="Avenir Medium"/>
                <a:ea typeface="Avenir Medium"/>
                <a:cs typeface="Avenir Medium"/>
                <a:sym typeface="Avenir Medium"/>
              </a:rPr>
              <a:t>Only one security issue (we’ll see later)</a:t>
            </a: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7200" cap="none" spc="84" dirty="0">
                <a:latin typeface="Avenir Medium"/>
                <a:ea typeface="Avenir Medium"/>
                <a:cs typeface="Avenir Medium"/>
                <a:sym typeface="Avenir Medium"/>
              </a:rPr>
              <a:t>A few mild reliability issues</a:t>
            </a: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7200" cap="none" spc="84" dirty="0">
                <a:latin typeface="Avenir Medium"/>
                <a:ea typeface="Avenir Medium"/>
                <a:cs typeface="Avenir Medium"/>
                <a:sym typeface="Avenir Medium"/>
              </a:rPr>
              <a:t>Some maintainability issues with a very mild rating</a:t>
            </a:r>
          </a:p>
        </p:txBody>
      </p:sp>
      <p:sp>
        <p:nvSpPr>
          <p:cNvPr id="13" name="Titolo 12">
            <a:extLst>
              <a:ext uri="{FF2B5EF4-FFF2-40B4-BE49-F238E27FC236}">
                <a16:creationId xmlns:a16="http://schemas.microsoft.com/office/drawing/2014/main" id="{A5D367D9-C414-D878-759C-0DCE3B1E8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CIE NSI JAVA SDK (SAST)</a:t>
            </a:r>
            <a:endParaRPr lang="it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10C19D-915F-6037-EFA5-B45EE429B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6744" y="458044"/>
            <a:ext cx="13706816" cy="4427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58310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890C7-0EBE-0224-EA62-B12E7EAED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a">
            <a:extLst>
              <a:ext uri="{FF2B5EF4-FFF2-40B4-BE49-F238E27FC236}">
                <a16:creationId xmlns:a16="http://schemas.microsoft.com/office/drawing/2014/main" id="{2C169EBA-9919-872B-A89E-DB253442900A}"/>
              </a:ext>
            </a:extLst>
          </p:cNvPr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" name="Linea">
            <a:extLst>
              <a:ext uri="{FF2B5EF4-FFF2-40B4-BE49-F238E27FC236}">
                <a16:creationId xmlns:a16="http://schemas.microsoft.com/office/drawing/2014/main" id="{43246E67-F9FB-864E-D0D7-30A2471740BD}"/>
              </a:ext>
            </a:extLst>
          </p:cNvPr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1B355E"/>
            </a:solidFill>
            <a:miter lim="400000"/>
          </a:ln>
        </p:spPr>
        <p:txBody>
          <a:bodyPr lIns="45718" tIns="45718" rIns="45718" bIns="45718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" name="Numero diapositiva">
            <a:extLst>
              <a:ext uri="{FF2B5EF4-FFF2-40B4-BE49-F238E27FC236}">
                <a16:creationId xmlns:a16="http://schemas.microsoft.com/office/drawing/2014/main" id="{EDCE3F9E-0AB3-0D8D-BBFD-1F8448A9BA70}"/>
              </a:ext>
            </a:extLst>
          </p:cNvPr>
          <p:cNvSpPr txBox="1">
            <a:spLocks/>
          </p:cNvSpPr>
          <p:nvPr/>
        </p:nvSpPr>
        <p:spPr>
          <a:xfrm>
            <a:off x="1993464" y="12753769"/>
            <a:ext cx="280270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all" spc="48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  <a:lvl2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2pPr>
            <a:lvl3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3pPr>
            <a:lvl4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4pPr>
            <a:lvl5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5pPr>
            <a:lvl6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6pPr>
            <a:lvl7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7pPr>
            <a:lvl8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8pPr>
            <a:lvl9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9pPr>
          </a:lstStyle>
          <a:p>
            <a:fld id="{86CB4B4D-7CA3-9044-876B-883B54F8677D}" type="slidenum">
              <a:rPr lang="en-US" smtClean="0">
                <a:solidFill>
                  <a:schemeClr val="tx1"/>
                </a:solidFill>
              </a:rPr>
              <a:pPr/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3" name="Titolo 12">
            <a:extLst>
              <a:ext uri="{FF2B5EF4-FFF2-40B4-BE49-F238E27FC236}">
                <a16:creationId xmlns:a16="http://schemas.microsoft.com/office/drawing/2014/main" id="{D44BC67F-E2F0-62C0-B2D6-04172CEF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CIE NSI JAVA SDK – SECURITY AND RELIABILITY</a:t>
            </a:r>
            <a:endParaRPr lang="it-CH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BCF5CC-540D-83D7-E289-8A877ECF5B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353" y="4982161"/>
            <a:ext cx="8683992" cy="6973392"/>
          </a:xfrm>
          <a:prstGeom prst="rect">
            <a:avLst/>
          </a:prstGeom>
        </p:spPr>
      </p:pic>
      <p:sp>
        <p:nvSpPr>
          <p:cNvPr id="5" name="Titolo 12">
            <a:extLst>
              <a:ext uri="{FF2B5EF4-FFF2-40B4-BE49-F238E27FC236}">
                <a16:creationId xmlns:a16="http://schemas.microsoft.com/office/drawing/2014/main" id="{AEAB8800-0E6F-D375-A5A8-266EF8D5BF3A}"/>
              </a:ext>
            </a:extLst>
          </p:cNvPr>
          <p:cNvSpPr txBox="1">
            <a:spLocks/>
          </p:cNvSpPr>
          <p:nvPr/>
        </p:nvSpPr>
        <p:spPr>
          <a:xfrm>
            <a:off x="2273734" y="1760447"/>
            <a:ext cx="21138724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rmAutofit/>
          </a:bodyPr>
          <a:lstStyle>
            <a:lvl1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1pPr>
            <a:lvl2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2pPr>
            <a:lvl3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3pPr>
            <a:lvl4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4pPr>
            <a:lvl5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5pPr>
            <a:lvl6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6pPr>
            <a:lvl7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7pPr>
            <a:lvl8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8pPr>
            <a:lvl9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9pPr>
          </a:lstStyle>
          <a:p>
            <a:r>
              <a:rPr lang="en-US" dirty="0"/>
              <a:t>RELIABILITY EXAMPLE</a:t>
            </a:r>
            <a:endParaRPr lang="it-CH" dirty="0"/>
          </a:p>
        </p:txBody>
      </p:sp>
      <p:sp>
        <p:nvSpPr>
          <p:cNvPr id="6" name="Titolo 12">
            <a:extLst>
              <a:ext uri="{FF2B5EF4-FFF2-40B4-BE49-F238E27FC236}">
                <a16:creationId xmlns:a16="http://schemas.microsoft.com/office/drawing/2014/main" id="{7244EEFD-7973-5063-6294-1D3B62EBC168}"/>
              </a:ext>
            </a:extLst>
          </p:cNvPr>
          <p:cNvSpPr txBox="1">
            <a:spLocks/>
          </p:cNvSpPr>
          <p:nvPr/>
        </p:nvSpPr>
        <p:spPr>
          <a:xfrm>
            <a:off x="14996305" y="1780773"/>
            <a:ext cx="21138724" cy="2651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5719" rIns="45719" anchor="b">
            <a:normAutofit/>
          </a:bodyPr>
          <a:lstStyle>
            <a:lvl1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1pPr>
            <a:lvl2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2pPr>
            <a:lvl3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3pPr>
            <a:lvl4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4pPr>
            <a:lvl5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5pPr>
            <a:lvl6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6pPr>
            <a:lvl7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7pPr>
            <a:lvl8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8pPr>
            <a:lvl9pPr marL="0" marR="0" indent="0" algn="l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5400" b="0" i="0" u="none" strike="noStrike" cap="all" spc="298" baseline="0">
                <a:ln>
                  <a:noFill/>
                </a:ln>
                <a:solidFill>
                  <a:srgbClr val="1D355E"/>
                </a:solidFill>
                <a:uFillTx/>
                <a:latin typeface="AvenirLTStd-Medium"/>
                <a:ea typeface="AvenirLTStd-Medium"/>
                <a:cs typeface="AvenirLTStd-Medium"/>
                <a:sym typeface="AvenirLTStd-Medium"/>
              </a:defRPr>
            </a:lvl9pPr>
          </a:lstStyle>
          <a:p>
            <a:r>
              <a:rPr lang="en-US" dirty="0"/>
              <a:t>security EXAMPLE</a:t>
            </a:r>
            <a:endParaRPr lang="it-CH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CA37F00-4ED7-D548-BCCC-AECCBB8679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38977" y="5813175"/>
            <a:ext cx="11401572" cy="495760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7D52BBE-B4C9-CDFB-8417-AB038BA571F7}"/>
                  </a:ext>
                </a:extLst>
              </p14:cNvPr>
              <p14:cNvContentPartPr/>
              <p14:nvPr/>
            </p14:nvContentPartPr>
            <p14:xfrm>
              <a:off x="13347427" y="8383521"/>
              <a:ext cx="7218000" cy="17870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7D52BBE-B4C9-CDFB-8417-AB038BA571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311787" y="8347881"/>
                <a:ext cx="7289640" cy="185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9A233BBE-3EAA-30D9-5909-63141C0565C6}"/>
                  </a:ext>
                </a:extLst>
              </p14:cNvPr>
              <p14:cNvContentPartPr/>
              <p14:nvPr/>
            </p14:nvContentPartPr>
            <p14:xfrm>
              <a:off x="2386147" y="7274361"/>
              <a:ext cx="6120720" cy="16164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9A233BBE-3EAA-30D9-5909-63141C0565C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350147" y="7238361"/>
                <a:ext cx="6192360" cy="23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F2001393-9FD3-351A-7BD9-22DEF32F607D}"/>
                  </a:ext>
                </a:extLst>
              </p14:cNvPr>
              <p14:cNvContentPartPr/>
              <p14:nvPr/>
            </p14:nvContentPartPr>
            <p14:xfrm>
              <a:off x="2450947" y="8757561"/>
              <a:ext cx="6050160" cy="2480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F2001393-9FD3-351A-7BD9-22DEF32F607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414947" y="8721921"/>
                <a:ext cx="612180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0683FB9-BA12-A055-4988-BEC8B5048493}"/>
                  </a:ext>
                </a:extLst>
              </p14:cNvPr>
              <p14:cNvContentPartPr/>
              <p14:nvPr/>
            </p14:nvContentPartPr>
            <p14:xfrm>
              <a:off x="2831827" y="11187561"/>
              <a:ext cx="4525200" cy="9432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0683FB9-BA12-A055-4988-BEC8B504849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795827" y="11151561"/>
                <a:ext cx="4596840" cy="165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99947012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E7B96-FC88-0BB9-36F8-CF109C5AD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a">
            <a:extLst>
              <a:ext uri="{FF2B5EF4-FFF2-40B4-BE49-F238E27FC236}">
                <a16:creationId xmlns:a16="http://schemas.microsoft.com/office/drawing/2014/main" id="{D55566B0-D035-6C32-8EA6-DC3F76C9B986}"/>
              </a:ext>
            </a:extLst>
          </p:cNvPr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FFFFFF"/>
            </a:solidFill>
            <a:miter lim="400000"/>
          </a:ln>
        </p:spPr>
        <p:txBody>
          <a:bodyPr lIns="45718" tIns="45718" rIns="45718" bIns="45718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3" name="Linea">
            <a:extLst>
              <a:ext uri="{FF2B5EF4-FFF2-40B4-BE49-F238E27FC236}">
                <a16:creationId xmlns:a16="http://schemas.microsoft.com/office/drawing/2014/main" id="{7C306B65-11A3-6082-26A7-148DED3E33D6}"/>
              </a:ext>
            </a:extLst>
          </p:cNvPr>
          <p:cNvSpPr/>
          <p:nvPr/>
        </p:nvSpPr>
        <p:spPr>
          <a:xfrm flipV="1">
            <a:off x="2603499" y="12714946"/>
            <a:ext cx="2" cy="535941"/>
          </a:xfrm>
          <a:prstGeom prst="line">
            <a:avLst/>
          </a:prstGeom>
          <a:ln w="12700">
            <a:solidFill>
              <a:srgbClr val="1B355E"/>
            </a:solidFill>
            <a:miter lim="400000"/>
          </a:ln>
        </p:spPr>
        <p:txBody>
          <a:bodyPr lIns="45718" tIns="45718" rIns="45718" bIns="45718"/>
          <a:lstStyle/>
          <a:p>
            <a:endParaRPr>
              <a:solidFill>
                <a:schemeClr val="tx1"/>
              </a:solidFill>
            </a:endParaRPr>
          </a:p>
        </p:txBody>
      </p:sp>
      <p:sp>
        <p:nvSpPr>
          <p:cNvPr id="4" name="Numero diapositiva">
            <a:extLst>
              <a:ext uri="{FF2B5EF4-FFF2-40B4-BE49-F238E27FC236}">
                <a16:creationId xmlns:a16="http://schemas.microsoft.com/office/drawing/2014/main" id="{1D3FBC18-E13D-9657-A338-C7E68C170FB6}"/>
              </a:ext>
            </a:extLst>
          </p:cNvPr>
          <p:cNvSpPr txBox="1">
            <a:spLocks/>
          </p:cNvSpPr>
          <p:nvPr/>
        </p:nvSpPr>
        <p:spPr>
          <a:xfrm>
            <a:off x="1993464" y="12753769"/>
            <a:ext cx="280270" cy="471924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all" spc="48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  <a:lvl2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2pPr>
            <a:lvl3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3pPr>
            <a:lvl4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4pPr>
            <a:lvl5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5pPr>
            <a:lvl6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6pPr>
            <a:lvl7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7pPr>
            <a:lvl8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8pPr>
            <a:lvl9pPr marL="0" marR="0" indent="0" algn="ctr" defTabSz="6477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500" b="0" i="0" u="none" strike="noStrike" cap="none" spc="0" normalizeH="0" baseline="0">
                <a:ln>
                  <a:noFill/>
                </a:ln>
                <a:solidFill>
                  <a:srgbClr val="5B5854"/>
                </a:solidFill>
                <a:effectLst/>
                <a:uFillTx/>
                <a:latin typeface="Avenir LT Std 85 Heavy"/>
                <a:ea typeface="Avenir LT Std 85 Heavy"/>
                <a:cs typeface="Avenir LT Std 85 Heavy"/>
                <a:sym typeface="Avenir LT Std 85 Heavy"/>
              </a:defRPr>
            </a:lvl9pPr>
          </a:lstStyle>
          <a:p>
            <a:fld id="{86CB4B4D-7CA3-9044-876B-883B54F8677D}" type="slidenum">
              <a:rPr lang="en-US" smtClean="0">
                <a:solidFill>
                  <a:schemeClr val="tx1"/>
                </a:solidFill>
              </a:rPr>
              <a:pPr/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Itatureium niendit et int qui quibus, toruptat harum explacc aerovitia nissentius ex ea dolorerum qui reri apelloribus et ut fuga. Itatur rerio et…">
            <a:extLst>
              <a:ext uri="{FF2B5EF4-FFF2-40B4-BE49-F238E27FC236}">
                <a16:creationId xmlns:a16="http://schemas.microsoft.com/office/drawing/2014/main" id="{0173A7B1-9E6B-232D-FE02-9782124D8140}"/>
              </a:ext>
            </a:extLst>
          </p:cNvPr>
          <p:cNvSpPr txBox="1">
            <a:spLocks/>
          </p:cNvSpPr>
          <p:nvPr/>
        </p:nvSpPr>
        <p:spPr>
          <a:xfrm>
            <a:off x="1577556" y="3523527"/>
            <a:ext cx="19613130" cy="6986772"/>
          </a:xfrm>
          <a:prstGeom prst="rect">
            <a:avLst/>
          </a:prstGeom>
        </p:spPr>
        <p:txBody>
          <a:bodyPr/>
          <a:lstStyle>
            <a:lvl1pPr marL="290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1pPr>
            <a:lvl2pPr marL="798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2pPr>
            <a:lvl3pPr marL="1306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3pPr>
            <a:lvl4pPr marL="1814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4pPr>
            <a:lvl5pPr marL="2322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5pPr>
            <a:lvl6pPr marL="2830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6pPr>
            <a:lvl7pPr marL="3338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7pPr>
            <a:lvl8pPr marL="3846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8pPr>
            <a:lvl9pPr marL="4354284" marR="0" indent="-290284" algn="ctr" defTabSz="6477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58E"/>
              </a:buClr>
              <a:buSzPct val="75000"/>
              <a:buFontTx/>
              <a:buChar char="•"/>
              <a:tabLst/>
              <a:defRPr sz="2400" b="0" i="0" u="none" strike="noStrike" cap="all" spc="48" baseline="0">
                <a:ln>
                  <a:noFill/>
                </a:ln>
                <a:solidFill>
                  <a:srgbClr val="1D355E"/>
                </a:solidFill>
                <a:uFillTx/>
                <a:latin typeface="Avenir LT Std 35 Light"/>
                <a:ea typeface="Avenir LT Std 35 Light"/>
                <a:cs typeface="Avenir LT Std 35 Light"/>
                <a:sym typeface="Avenir LT Std 35 Light"/>
              </a:defRPr>
            </a:lvl9pPr>
          </a:lstStyle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7200" cap="none" spc="84" dirty="0">
                <a:latin typeface="Avenir Medium"/>
                <a:ea typeface="Avenir Medium"/>
                <a:cs typeface="Avenir Medium"/>
                <a:sym typeface="Avenir Medium"/>
              </a:rPr>
              <a:t>Redis includes its dependencies directly in the repo as source code, thus OWASP doesn’t recognize them</a:t>
            </a:r>
          </a:p>
          <a:p>
            <a:pPr marL="571500" indent="-571500" algn="l">
              <a:spcBef>
                <a:spcPts val="4800"/>
              </a:spcBef>
              <a:buFont typeface="Arial" panose="020B0604020202020204" pitchFamily="34" charset="0"/>
              <a:buChar char="•"/>
            </a:pPr>
            <a:r>
              <a:rPr lang="en-US" sz="7200" cap="none" spc="84" dirty="0">
                <a:latin typeface="Avenir Medium"/>
                <a:ea typeface="Avenir Medium"/>
                <a:cs typeface="Avenir Medium"/>
                <a:sym typeface="Avenir Medium"/>
              </a:rPr>
              <a:t>The NSI Java SDK uses a custom script to download dependencies, thus OWAS doesn’t find them from the normal repo</a:t>
            </a:r>
          </a:p>
        </p:txBody>
      </p:sp>
      <p:sp>
        <p:nvSpPr>
          <p:cNvPr id="13" name="Titolo 12">
            <a:extLst>
              <a:ext uri="{FF2B5EF4-FFF2-40B4-BE49-F238E27FC236}">
                <a16:creationId xmlns:a16="http://schemas.microsoft.com/office/drawing/2014/main" id="{F8238E35-BA4D-1B33-A730-678879A3BE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REDIS &amp; CIE NSI JAVA SDK (SCA)</a:t>
            </a:r>
            <a:endParaRPr lang="it-CH" dirty="0"/>
          </a:p>
        </p:txBody>
      </p:sp>
    </p:spTree>
    <p:extLst>
      <p:ext uri="{BB962C8B-B14F-4D97-AF65-F5344CB8AC3E}">
        <p14:creationId xmlns:p14="http://schemas.microsoft.com/office/powerpoint/2010/main" val="3918734692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New_Template">
  <a:themeElements>
    <a:clrScheme name="New_Template">
      <a:dk1>
        <a:srgbClr val="5B5854"/>
      </a:dk1>
      <a:lt1>
        <a:srgbClr val="FFFFFF"/>
      </a:lt1>
      <a:dk2>
        <a:srgbClr val="A7A7A7"/>
      </a:dk2>
      <a:lt2>
        <a:srgbClr val="535353"/>
      </a:lt2>
      <a:accent1>
        <a:srgbClr val="708CA5"/>
      </a:accent1>
      <a:accent2>
        <a:srgbClr val="80A7A7"/>
      </a:accent2>
      <a:accent3>
        <a:srgbClr val="98A66D"/>
      </a:accent3>
      <a:accent4>
        <a:srgbClr val="CF9E5B"/>
      </a:accent4>
      <a:accent5>
        <a:srgbClr val="C87C6D"/>
      </a:accent5>
      <a:accent6>
        <a:srgbClr val="837B9A"/>
      </a:accent6>
      <a:hlink>
        <a:srgbClr val="0000FF"/>
      </a:hlink>
      <a:folHlink>
        <a:srgbClr val="FF00FF"/>
      </a:folHlink>
    </a:clrScheme>
    <a:fontScheme name="New_Templa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New_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72B5B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647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500" b="0" i="0" u="none" strike="noStrike" cap="none" spc="0" normalizeH="0" baseline="0">
            <a:ln>
              <a:noFill/>
            </a:ln>
            <a:solidFill>
              <a:srgbClr val="5B5854"/>
            </a:solidFill>
            <a:effectLst/>
            <a:uFillTx/>
            <a:latin typeface="Avenir LT Std 85 Heavy"/>
            <a:ea typeface="Avenir LT Std 85 Heavy"/>
            <a:cs typeface="Avenir LT Std 85 Heavy"/>
            <a:sym typeface="Avenir LT Std 85 Heav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647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500" b="0" i="0" u="none" strike="noStrike" cap="none" spc="0" normalizeH="0" baseline="0">
            <a:ln>
              <a:noFill/>
            </a:ln>
            <a:solidFill>
              <a:srgbClr val="5B5854"/>
            </a:solidFill>
            <a:effectLst/>
            <a:uFillTx/>
            <a:latin typeface="Avenir LT Std 85 Heavy"/>
            <a:ea typeface="Avenir LT Std 85 Heavy"/>
            <a:cs typeface="Avenir LT Std 85 Heavy"/>
            <a:sym typeface="Avenir LT Std 85 Heav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zione_UniTS_16-9_120421.pptx" id="{4D7A95C4-531D-BE42-BC6B-1E71934F33DA}" vid="{47BDCCF5-F9D7-384C-B997-FF2F6EAC592C}"/>
    </a:ext>
  </a:extLst>
</a:theme>
</file>

<file path=ppt/theme/theme2.xml><?xml version="1.0" encoding="utf-8"?>
<a:theme xmlns:a="http://schemas.openxmlformats.org/drawingml/2006/main" name="New_Template">
  <a:themeElements>
    <a:clrScheme name="New_Templa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08CA5"/>
      </a:accent1>
      <a:accent2>
        <a:srgbClr val="80A7A7"/>
      </a:accent2>
      <a:accent3>
        <a:srgbClr val="98A66D"/>
      </a:accent3>
      <a:accent4>
        <a:srgbClr val="CF9E5B"/>
      </a:accent4>
      <a:accent5>
        <a:srgbClr val="C87C6D"/>
      </a:accent5>
      <a:accent6>
        <a:srgbClr val="837B9A"/>
      </a:accent6>
      <a:hlink>
        <a:srgbClr val="0000FF"/>
      </a:hlink>
      <a:folHlink>
        <a:srgbClr val="FF00FF"/>
      </a:folHlink>
    </a:clrScheme>
    <a:fontScheme name="New_Templat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New_Templ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72B5B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647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500" b="0" i="0" u="none" strike="noStrike" cap="none" spc="0" normalizeH="0" baseline="0">
            <a:ln>
              <a:noFill/>
            </a:ln>
            <a:solidFill>
              <a:srgbClr val="5B5854"/>
            </a:solidFill>
            <a:effectLst/>
            <a:uFillTx/>
            <a:latin typeface="Avenir LT Std 85 Heavy"/>
            <a:ea typeface="Avenir LT Std 85 Heavy"/>
            <a:cs typeface="Avenir LT Std 85 Heavy"/>
            <a:sym typeface="Avenir LT Std 85 Heav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6477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500" b="0" i="0" u="none" strike="noStrike" cap="none" spc="0" normalizeH="0" baseline="0">
            <a:ln>
              <a:noFill/>
            </a:ln>
            <a:solidFill>
              <a:srgbClr val="5B5854"/>
            </a:solidFill>
            <a:effectLst/>
            <a:uFillTx/>
            <a:latin typeface="Avenir LT Std 85 Heavy"/>
            <a:ea typeface="Avenir LT Std 85 Heavy"/>
            <a:cs typeface="Avenir LT Std 85 Heavy"/>
            <a:sym typeface="Avenir LT Std 85 Heavy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New_Template</Template>
  <TotalTime>201</TotalTime>
  <Words>250</Words>
  <Application>Microsoft Office PowerPoint</Application>
  <PresentationFormat>Custom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Avenir LT Std 35 Light</vt:lpstr>
      <vt:lpstr>Avenir LT Std 55 Roman</vt:lpstr>
      <vt:lpstr>Avenir LT Std 85 Heavy</vt:lpstr>
      <vt:lpstr>Avenir Medium</vt:lpstr>
      <vt:lpstr>AvenirLTStd-Medium</vt:lpstr>
      <vt:lpstr>Helvetica Neue</vt:lpstr>
      <vt:lpstr>New_Template</vt:lpstr>
      <vt:lpstr>SAST &amp; SCA Analysis of Redis and CIE NIS Java SDK using SonarCloud and OWASP Dependency Check</vt:lpstr>
      <vt:lpstr>THE REPOS</vt:lpstr>
      <vt:lpstr>REDIS V6 [2023] (SAST)</vt:lpstr>
      <vt:lpstr>REDIS V6 [2023] – SAMPLE CVE</vt:lpstr>
      <vt:lpstr>CIE NSI JAVA SDK (SAST)</vt:lpstr>
      <vt:lpstr>CIE NSI JAVA SDK – SECURITY AND RELIABILITY</vt:lpstr>
      <vt:lpstr>REDIS &amp; CIE NSI JAVA SDK (SCA)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Titolo della presentazione</dc:title>
  <dc:subject/>
  <dc:creator>Massimo Cortesi</dc:creator>
  <cp:keywords/>
  <dc:description/>
  <cp:lastModifiedBy>DEIANA SIMONE [IN2300008]</cp:lastModifiedBy>
  <cp:revision>32</cp:revision>
  <dcterms:created xsi:type="dcterms:W3CDTF">2021-04-13T15:44:38Z</dcterms:created>
  <dcterms:modified xsi:type="dcterms:W3CDTF">2025-11-27T14:29:18Z</dcterms:modified>
  <cp:category/>
</cp:coreProperties>
</file>